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5696" autoAdjust="0"/>
  </p:normalViewPr>
  <p:slideViewPr>
    <p:cSldViewPr snapToGrid="0">
      <p:cViewPr>
        <p:scale>
          <a:sx n="50" d="100"/>
          <a:sy n="50" d="100"/>
        </p:scale>
        <p:origin x="816" y="4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11D9DC-3FEE-4F11-AD35-CEE651F1B297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14CBA9-0158-404A-81E2-D960BBF145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023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4CBA9-0158-404A-81E2-D960BBF1450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657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51F86-1F2C-086B-DF23-5771ED3411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9E5193B-1A7E-46C4-2866-8C5A5A46B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EA7D5-B50C-DD3E-7D02-30B5E9503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939580-8947-1851-DDC8-5DB368F08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7FE578-D39F-81E6-C46E-82DB3E950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58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22F50-FB77-9891-25E4-A369B62D3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C23F4E-7D09-00DF-DD2C-974E2002C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BBFB0-9470-79E4-E159-01C50C280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227BF-9008-1AAD-593E-53EA47F17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9D0196-FB5F-5B07-8B72-424204235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8548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18F63-4327-A6C1-4B4F-80A835FF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CD66B2-52B2-BA99-88AD-03B852C60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B8E14E-FE1F-9A91-7FF3-263692611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88CAD5-7FC1-BA19-D3EA-A6D66488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60C78D-ECC6-845C-A590-8851E37C4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203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27C473-1948-2C15-7015-4A99DF722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21873-27E6-596B-3A14-08F4CF62D9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9EA31-3EB0-C624-125F-F7670C494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8A599E-437D-112C-7EBD-D5329AF4D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1C4A8F-88E3-ADCF-D95B-B7C79B4FB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8E00B2-D666-DA6B-CB06-F705DF605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158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BAE805-369D-4CFC-55A5-CD929A18C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9479DF-6CDA-004F-BA1B-CB2BDBF81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D4AD28-81BA-E946-CA4E-FF087818DE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30B6C-F231-8E20-70A6-3097EAECB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E1A77E9-718D-29B8-0D8E-B0716CB5B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072C8B6-61BE-856B-C579-5A7634128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BBEB76-F665-8306-AFCE-DBA887DAE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CBE4C7-5168-A67F-D89C-66B83B7F6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208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2188F-3CCD-6C7A-AAD2-C5FEABD8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9D78619-09EE-6DF2-FDD9-E9B371619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21AB923-01D3-1F15-B9CD-086154092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CFB137-18D5-B661-502D-2ED5620E1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470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BB89450-36CF-A482-1F68-CA9C35304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097B04-3A92-28B8-084F-260B4D051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4194C-2FC0-B944-5072-D2FC7DFE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521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89FE8A-9AB4-0258-7036-657FB0861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820EAE-6ACA-B65A-98C0-1E0D3D3AF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61462-D90A-D6AC-3523-F9DD08481F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350EE3-8744-E611-7D09-9AF022C27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6CF76E-4A3E-B1C0-8B35-64D20E5EA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52431D-327B-3ECD-98C0-F021761B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77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7B7B5-F2E2-50EF-B59C-78537E0E3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473BB15-7083-D7F4-79D2-6604DC89C9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70E3C8-FBE7-4B67-62DF-0F9E2E1E50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7A17ED-6E6A-D32A-FF64-94F07CB61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F24225-A7B9-36A9-6A87-9219AFDCA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C70A65-AFDD-649D-00DE-5699738EE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16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BA106-392F-4977-59B3-943E9A7E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4A8594-CB6B-9A29-3634-79E5FDF1C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27997B-6C3E-7A48-EBE5-4FAA01E8A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D082D-02B7-B06F-7E68-2352FBB5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BA8988-EB98-B11B-4351-14F7E2951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1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13AE03C-A43B-9299-62BA-04890E2EEA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F97B8D-B884-D830-48E6-7D039E075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C32161-21E0-45DE-7CF2-F5F7C4BF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68CB48-DEB6-39DD-1725-6FFAC3D5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198536-3092-ACA1-FBC6-BBBD134C7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6046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E6676F5-85C2-85C6-3DB9-C7D46B52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3F2599-BB30-4233-CACA-B52FAA594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0CC8A6-C29F-330F-F778-76BF707073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651A68-54C1-4BB0-BC22-A8C6FFFA29CD}" type="datetimeFigureOut">
              <a:rPr lang="ko-KR" altLang="en-US" smtClean="0"/>
              <a:t>2025-01-06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B3C8B1-6552-600D-95EA-9F3622221D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D2BA44-E7AD-EC80-37FD-1CF943563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72CB09-6D69-4957-B5CF-16DA3D49C2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36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>
            <a:extLst>
              <a:ext uri="{FF2B5EF4-FFF2-40B4-BE49-F238E27FC236}">
                <a16:creationId xmlns:a16="http://schemas.microsoft.com/office/drawing/2014/main" id="{42BCE298-9D20-6702-0F02-68C8FB77DC36}"/>
              </a:ext>
            </a:extLst>
          </p:cNvPr>
          <p:cNvSpPr/>
          <p:nvPr/>
        </p:nvSpPr>
        <p:spPr>
          <a:xfrm>
            <a:off x="3200826" y="6358151"/>
            <a:ext cx="1685499" cy="1392071"/>
          </a:xfrm>
          <a:prstGeom prst="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35A3872-FCB6-3060-AD07-CD5E2F0A4E41}"/>
              </a:ext>
            </a:extLst>
          </p:cNvPr>
          <p:cNvSpPr/>
          <p:nvPr/>
        </p:nvSpPr>
        <p:spPr>
          <a:xfrm>
            <a:off x="3445822" y="4362450"/>
            <a:ext cx="1162050" cy="23495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FDDCAC-FD3C-E96F-D2AD-DCED35EEBAFC}"/>
              </a:ext>
            </a:extLst>
          </p:cNvPr>
          <p:cNvSpPr/>
          <p:nvPr/>
        </p:nvSpPr>
        <p:spPr>
          <a:xfrm>
            <a:off x="3111500" y="2863850"/>
            <a:ext cx="3054350" cy="20193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각 삼각형 8">
            <a:extLst>
              <a:ext uri="{FF2B5EF4-FFF2-40B4-BE49-F238E27FC236}">
                <a16:creationId xmlns:a16="http://schemas.microsoft.com/office/drawing/2014/main" id="{BFF3CA1B-A984-F9ED-341A-0D48BB7FB970}"/>
              </a:ext>
            </a:extLst>
          </p:cNvPr>
          <p:cNvSpPr/>
          <p:nvPr/>
        </p:nvSpPr>
        <p:spPr>
          <a:xfrm flipV="1">
            <a:off x="4607872" y="4883150"/>
            <a:ext cx="965200" cy="914400"/>
          </a:xfrm>
          <a:prstGeom prst="rt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각 삼각형 9">
            <a:extLst>
              <a:ext uri="{FF2B5EF4-FFF2-40B4-BE49-F238E27FC236}">
                <a16:creationId xmlns:a16="http://schemas.microsoft.com/office/drawing/2014/main" id="{22C492F1-15C5-CAC4-38EA-714865B6C603}"/>
              </a:ext>
            </a:extLst>
          </p:cNvPr>
          <p:cNvSpPr/>
          <p:nvPr/>
        </p:nvSpPr>
        <p:spPr>
          <a:xfrm flipH="1">
            <a:off x="3111500" y="1619250"/>
            <a:ext cx="3054350" cy="1244600"/>
          </a:xfrm>
          <a:prstGeom prst="rtTriangl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7FBEBBE-F5D1-E4C4-BE09-6730F762761C}"/>
              </a:ext>
            </a:extLst>
          </p:cNvPr>
          <p:cNvSpPr/>
          <p:nvPr/>
        </p:nvSpPr>
        <p:spPr>
          <a:xfrm>
            <a:off x="6165850" y="95250"/>
            <a:ext cx="1663700" cy="36766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F3CF3C5-4257-916F-E291-EB536C78065A}"/>
              </a:ext>
            </a:extLst>
          </p:cNvPr>
          <p:cNvSpPr/>
          <p:nvPr/>
        </p:nvSpPr>
        <p:spPr>
          <a:xfrm rot="20232244">
            <a:off x="2564568" y="185943"/>
            <a:ext cx="704850" cy="264795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다리꼴 12">
            <a:extLst>
              <a:ext uri="{FF2B5EF4-FFF2-40B4-BE49-F238E27FC236}">
                <a16:creationId xmlns:a16="http://schemas.microsoft.com/office/drawing/2014/main" id="{5E8A3050-9A3B-E604-5233-4B158C6C8D70}"/>
              </a:ext>
            </a:extLst>
          </p:cNvPr>
          <p:cNvSpPr/>
          <p:nvPr/>
        </p:nvSpPr>
        <p:spPr>
          <a:xfrm rot="5400000">
            <a:off x="-2470721" y="-1909652"/>
            <a:ext cx="3950607" cy="3977872"/>
          </a:xfrm>
          <a:prstGeom prst="trapezoid">
            <a:avLst>
              <a:gd name="adj" fmla="val 3418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15AA164-A147-B639-E92D-ED676BBD9A12}"/>
              </a:ext>
            </a:extLst>
          </p:cNvPr>
          <p:cNvSpPr/>
          <p:nvPr/>
        </p:nvSpPr>
        <p:spPr>
          <a:xfrm>
            <a:off x="1493520" y="-548640"/>
            <a:ext cx="1211580" cy="128778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대각선 줄무늬 14">
            <a:extLst>
              <a:ext uri="{FF2B5EF4-FFF2-40B4-BE49-F238E27FC236}">
                <a16:creationId xmlns:a16="http://schemas.microsoft.com/office/drawing/2014/main" id="{08345192-C67F-08CB-FE91-745B5D62D0E8}"/>
              </a:ext>
            </a:extLst>
          </p:cNvPr>
          <p:cNvSpPr/>
          <p:nvPr/>
        </p:nvSpPr>
        <p:spPr>
          <a:xfrm>
            <a:off x="7829550" y="-1426210"/>
            <a:ext cx="3166110" cy="3042920"/>
          </a:xfrm>
          <a:prstGeom prst="diagStrip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48268DA-EB0B-B65F-0D82-ED03FC5F1110}"/>
              </a:ext>
            </a:extLst>
          </p:cNvPr>
          <p:cNvSpPr/>
          <p:nvPr/>
        </p:nvSpPr>
        <p:spPr>
          <a:xfrm>
            <a:off x="9412604" y="-2365829"/>
            <a:ext cx="4825909" cy="9396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FDFEA9F-66E3-ADAF-42B9-942C26FFE83E}"/>
              </a:ext>
            </a:extLst>
          </p:cNvPr>
          <p:cNvSpPr/>
          <p:nvPr/>
        </p:nvSpPr>
        <p:spPr>
          <a:xfrm>
            <a:off x="2278743" y="-1944914"/>
            <a:ext cx="426357" cy="139627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8E339F6-8CAB-A724-5EA7-8EFAB8C794A9}"/>
              </a:ext>
            </a:extLst>
          </p:cNvPr>
          <p:cNvSpPr/>
          <p:nvPr/>
        </p:nvSpPr>
        <p:spPr>
          <a:xfrm>
            <a:off x="2278743" y="-2481943"/>
            <a:ext cx="1675744" cy="53385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다리꼴 18">
            <a:extLst>
              <a:ext uri="{FF2B5EF4-FFF2-40B4-BE49-F238E27FC236}">
                <a16:creationId xmlns:a16="http://schemas.microsoft.com/office/drawing/2014/main" id="{6E0FE01F-37D1-6125-1F3E-874B1E6AB5C9}"/>
              </a:ext>
            </a:extLst>
          </p:cNvPr>
          <p:cNvSpPr/>
          <p:nvPr/>
        </p:nvSpPr>
        <p:spPr>
          <a:xfrm rot="16200000">
            <a:off x="3182735" y="-2680938"/>
            <a:ext cx="2475342" cy="931839"/>
          </a:xfrm>
          <a:prstGeom prst="trapezoid">
            <a:avLst>
              <a:gd name="adj" fmla="val 106339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다리꼴 19">
            <a:extLst>
              <a:ext uri="{FF2B5EF4-FFF2-40B4-BE49-F238E27FC236}">
                <a16:creationId xmlns:a16="http://schemas.microsoft.com/office/drawing/2014/main" id="{BD94BA71-7925-629F-E83D-D16DB98F9A13}"/>
              </a:ext>
            </a:extLst>
          </p:cNvPr>
          <p:cNvSpPr/>
          <p:nvPr/>
        </p:nvSpPr>
        <p:spPr>
          <a:xfrm rot="5400000" flipH="1">
            <a:off x="6597758" y="-3406398"/>
            <a:ext cx="2746058" cy="1214312"/>
          </a:xfrm>
          <a:prstGeom prst="trapezoid">
            <a:avLst>
              <a:gd name="adj" fmla="val 60919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평행 사변형 20">
            <a:extLst>
              <a:ext uri="{FF2B5EF4-FFF2-40B4-BE49-F238E27FC236}">
                <a16:creationId xmlns:a16="http://schemas.microsoft.com/office/drawing/2014/main" id="{EFF7FC2D-0855-F568-88A8-8E0106C2DED7}"/>
              </a:ext>
            </a:extLst>
          </p:cNvPr>
          <p:cNvSpPr/>
          <p:nvPr/>
        </p:nvSpPr>
        <p:spPr>
          <a:xfrm rot="5400000" flipH="1">
            <a:off x="4467467" y="-3753413"/>
            <a:ext cx="3315020" cy="2477306"/>
          </a:xfrm>
          <a:prstGeom prst="parallelogram">
            <a:avLst>
              <a:gd name="adj" fmla="val 24910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08EEF3-56E4-D52B-0E84-CD5D5CDE38CB}"/>
              </a:ext>
            </a:extLst>
          </p:cNvPr>
          <p:cNvSpPr/>
          <p:nvPr/>
        </p:nvSpPr>
        <p:spPr>
          <a:xfrm>
            <a:off x="10755086" y="-4876799"/>
            <a:ext cx="3468914" cy="252548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각 삼각형 22">
            <a:extLst>
              <a:ext uri="{FF2B5EF4-FFF2-40B4-BE49-F238E27FC236}">
                <a16:creationId xmlns:a16="http://schemas.microsoft.com/office/drawing/2014/main" id="{2E3AC302-967C-7D09-8459-8DF5C112E113}"/>
              </a:ext>
            </a:extLst>
          </p:cNvPr>
          <p:cNvSpPr/>
          <p:nvPr/>
        </p:nvSpPr>
        <p:spPr>
          <a:xfrm flipV="1">
            <a:off x="8577943" y="-3418078"/>
            <a:ext cx="1335314" cy="1237671"/>
          </a:xfrm>
          <a:prstGeom prst="rtTriangl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BA85F30-71AF-89BC-5018-EDAD96893F4A}"/>
              </a:ext>
            </a:extLst>
          </p:cNvPr>
          <p:cNvSpPr/>
          <p:nvPr/>
        </p:nvSpPr>
        <p:spPr>
          <a:xfrm>
            <a:off x="8577943" y="-3918857"/>
            <a:ext cx="2162630" cy="500776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8835EBE-6F33-293F-DC46-9B41ECE28663}"/>
              </a:ext>
            </a:extLst>
          </p:cNvPr>
          <p:cNvSpPr/>
          <p:nvPr/>
        </p:nvSpPr>
        <p:spPr>
          <a:xfrm>
            <a:off x="12917714" y="-1426213"/>
            <a:ext cx="1320799" cy="504571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다리꼴 25">
            <a:extLst>
              <a:ext uri="{FF2B5EF4-FFF2-40B4-BE49-F238E27FC236}">
                <a16:creationId xmlns:a16="http://schemas.microsoft.com/office/drawing/2014/main" id="{5A01E796-DC3A-F621-C63E-3E47BDC73F57}"/>
              </a:ext>
            </a:extLst>
          </p:cNvPr>
          <p:cNvSpPr/>
          <p:nvPr/>
        </p:nvSpPr>
        <p:spPr>
          <a:xfrm rot="16200000">
            <a:off x="7791451" y="2036898"/>
            <a:ext cx="2278744" cy="2202543"/>
          </a:xfrm>
          <a:prstGeom prst="trapezoid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6138523-8689-DE6C-B1AC-8715C6E1FA28}"/>
              </a:ext>
            </a:extLst>
          </p:cNvPr>
          <p:cNvSpPr/>
          <p:nvPr/>
        </p:nvSpPr>
        <p:spPr>
          <a:xfrm>
            <a:off x="10003067" y="1998797"/>
            <a:ext cx="1922054" cy="227874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평행 사변형 27">
            <a:extLst>
              <a:ext uri="{FF2B5EF4-FFF2-40B4-BE49-F238E27FC236}">
                <a16:creationId xmlns:a16="http://schemas.microsoft.com/office/drawing/2014/main" id="{92940EAA-A9B3-C6B4-8464-0F992493753B}"/>
              </a:ext>
            </a:extLst>
          </p:cNvPr>
          <p:cNvSpPr/>
          <p:nvPr/>
        </p:nvSpPr>
        <p:spPr>
          <a:xfrm rot="16200000" flipH="1">
            <a:off x="10946739" y="2326299"/>
            <a:ext cx="2909889" cy="992594"/>
          </a:xfrm>
          <a:prstGeom prst="parallelogram">
            <a:avLst>
              <a:gd name="adj" fmla="val 65943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대각선 줄무늬 28">
            <a:extLst>
              <a:ext uri="{FF2B5EF4-FFF2-40B4-BE49-F238E27FC236}">
                <a16:creationId xmlns:a16="http://schemas.microsoft.com/office/drawing/2014/main" id="{327EBAAB-F5B8-1871-1CF5-16BD62CD74D8}"/>
              </a:ext>
            </a:extLst>
          </p:cNvPr>
          <p:cNvSpPr/>
          <p:nvPr/>
        </p:nvSpPr>
        <p:spPr>
          <a:xfrm>
            <a:off x="17373597" y="-3151414"/>
            <a:ext cx="6487887" cy="6923314"/>
          </a:xfrm>
          <a:prstGeom prst="diagStrip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FD0B0B0-D5B7-B1A3-50FE-80C713368D4B}"/>
              </a:ext>
            </a:extLst>
          </p:cNvPr>
          <p:cNvSpPr/>
          <p:nvPr/>
        </p:nvSpPr>
        <p:spPr>
          <a:xfrm>
            <a:off x="14253026" y="1509918"/>
            <a:ext cx="2510974" cy="110265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다리꼴 30">
            <a:extLst>
              <a:ext uri="{FF2B5EF4-FFF2-40B4-BE49-F238E27FC236}">
                <a16:creationId xmlns:a16="http://schemas.microsoft.com/office/drawing/2014/main" id="{2C2A6FA9-45DE-265F-33E1-30D2910F373B}"/>
              </a:ext>
            </a:extLst>
          </p:cNvPr>
          <p:cNvSpPr/>
          <p:nvPr/>
        </p:nvSpPr>
        <p:spPr>
          <a:xfrm rot="16200000">
            <a:off x="15349765" y="1748065"/>
            <a:ext cx="3438071" cy="609598"/>
          </a:xfrm>
          <a:prstGeom prst="trapezoid">
            <a:avLst>
              <a:gd name="adj" fmla="val 200649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평행 사변형 32">
            <a:extLst>
              <a:ext uri="{FF2B5EF4-FFF2-40B4-BE49-F238E27FC236}">
                <a16:creationId xmlns:a16="http://schemas.microsoft.com/office/drawing/2014/main" id="{9824F97F-F0C0-BC45-AECA-80D240028266}"/>
              </a:ext>
            </a:extLst>
          </p:cNvPr>
          <p:cNvSpPr/>
          <p:nvPr/>
        </p:nvSpPr>
        <p:spPr>
          <a:xfrm>
            <a:off x="19962577" y="0"/>
            <a:ext cx="7048504" cy="954462"/>
          </a:xfrm>
          <a:prstGeom prst="parallelogram">
            <a:avLst>
              <a:gd name="adj" fmla="val 93796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각 삼각형 33">
            <a:extLst>
              <a:ext uri="{FF2B5EF4-FFF2-40B4-BE49-F238E27FC236}">
                <a16:creationId xmlns:a16="http://schemas.microsoft.com/office/drawing/2014/main" id="{CA7B7784-CB17-8553-5112-7A707AC014F7}"/>
              </a:ext>
            </a:extLst>
          </p:cNvPr>
          <p:cNvSpPr/>
          <p:nvPr/>
        </p:nvSpPr>
        <p:spPr>
          <a:xfrm flipH="1">
            <a:off x="26117550" y="0"/>
            <a:ext cx="893531" cy="954462"/>
          </a:xfrm>
          <a:prstGeom prst="rtTriangle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6C17AB3-E47E-B651-5761-2D9C7D9292F9}"/>
              </a:ext>
            </a:extLst>
          </p:cNvPr>
          <p:cNvSpPr/>
          <p:nvPr/>
        </p:nvSpPr>
        <p:spPr>
          <a:xfrm>
            <a:off x="26117550" y="954462"/>
            <a:ext cx="879018" cy="2969838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FF40A176-944E-E090-B9C5-9CEF24D05829}"/>
              </a:ext>
            </a:extLst>
          </p:cNvPr>
          <p:cNvCxnSpPr/>
          <p:nvPr/>
        </p:nvCxnSpPr>
        <p:spPr>
          <a:xfrm flipV="1">
            <a:off x="2895600" y="2612571"/>
            <a:ext cx="1352550" cy="58782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DE7A54CE-6273-F0D8-77F3-3AE146A5DEEF}"/>
              </a:ext>
            </a:extLst>
          </p:cNvPr>
          <p:cNvCxnSpPr/>
          <p:nvPr/>
        </p:nvCxnSpPr>
        <p:spPr>
          <a:xfrm flipH="1" flipV="1">
            <a:off x="3215339" y="2343059"/>
            <a:ext cx="554039" cy="106054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FC381CC8-6C4F-A1EF-4EF6-7DD5C3376013}"/>
              </a:ext>
            </a:extLst>
          </p:cNvPr>
          <p:cNvSpPr txBox="1"/>
          <p:nvPr/>
        </p:nvSpPr>
        <p:spPr>
          <a:xfrm>
            <a:off x="3200826" y="2360420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BE635D-47CF-E164-2AC3-7F433B7CEB81}"/>
              </a:ext>
            </a:extLst>
          </p:cNvPr>
          <p:cNvSpPr txBox="1"/>
          <p:nvPr/>
        </p:nvSpPr>
        <p:spPr>
          <a:xfrm>
            <a:off x="7351598" y="2584171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673B759-B42A-D369-1EC3-F73BC5E3F7EB}"/>
              </a:ext>
            </a:extLst>
          </p:cNvPr>
          <p:cNvCxnSpPr>
            <a:cxnSpLocks/>
          </p:cNvCxnSpPr>
          <p:nvPr/>
        </p:nvCxnSpPr>
        <p:spPr>
          <a:xfrm flipV="1">
            <a:off x="7701646" y="2439381"/>
            <a:ext cx="7254" cy="148491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B84FC55-207E-3B35-01C8-1169D6F4E51B}"/>
              </a:ext>
            </a:extLst>
          </p:cNvPr>
          <p:cNvCxnSpPr>
            <a:cxnSpLocks/>
          </p:cNvCxnSpPr>
          <p:nvPr/>
        </p:nvCxnSpPr>
        <p:spPr>
          <a:xfrm>
            <a:off x="7363630" y="3138169"/>
            <a:ext cx="975736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대각선 줄무늬 49">
            <a:extLst>
              <a:ext uri="{FF2B5EF4-FFF2-40B4-BE49-F238E27FC236}">
                <a16:creationId xmlns:a16="http://schemas.microsoft.com/office/drawing/2014/main" id="{34671017-7D0B-C31F-787A-C5D4B2C229BD}"/>
              </a:ext>
            </a:extLst>
          </p:cNvPr>
          <p:cNvSpPr/>
          <p:nvPr/>
        </p:nvSpPr>
        <p:spPr>
          <a:xfrm>
            <a:off x="24384001" y="3924300"/>
            <a:ext cx="2612568" cy="2278744"/>
          </a:xfrm>
          <a:prstGeom prst="diagStripe">
            <a:avLst>
              <a:gd name="adj" fmla="val 6672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사다리꼴 50">
            <a:extLst>
              <a:ext uri="{FF2B5EF4-FFF2-40B4-BE49-F238E27FC236}">
                <a16:creationId xmlns:a16="http://schemas.microsoft.com/office/drawing/2014/main" id="{3C1D2CAF-088D-6771-4796-9FB836F50E40}"/>
              </a:ext>
            </a:extLst>
          </p:cNvPr>
          <p:cNvSpPr/>
          <p:nvPr/>
        </p:nvSpPr>
        <p:spPr>
          <a:xfrm rot="5400000">
            <a:off x="20405248" y="3859868"/>
            <a:ext cx="3950607" cy="3977872"/>
          </a:xfrm>
          <a:prstGeom prst="trapezoid">
            <a:avLst>
              <a:gd name="adj" fmla="val 3997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F50EDB57-FC60-F76A-2A7B-E0FEC16920F8}"/>
              </a:ext>
            </a:extLst>
          </p:cNvPr>
          <p:cNvSpPr/>
          <p:nvPr/>
        </p:nvSpPr>
        <p:spPr>
          <a:xfrm>
            <a:off x="24685842" y="-3151414"/>
            <a:ext cx="5349658" cy="3160632"/>
          </a:xfrm>
          <a:prstGeom prst="parallelogram">
            <a:avLst>
              <a:gd name="adj" fmla="val 96428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968222A-65CB-076A-233B-6BC7A79733BA}"/>
              </a:ext>
            </a:extLst>
          </p:cNvPr>
          <p:cNvSpPr/>
          <p:nvPr/>
        </p:nvSpPr>
        <p:spPr>
          <a:xfrm>
            <a:off x="20637500" y="-3918857"/>
            <a:ext cx="9398000" cy="76744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다리꼴 53">
            <a:extLst>
              <a:ext uri="{FF2B5EF4-FFF2-40B4-BE49-F238E27FC236}">
                <a16:creationId xmlns:a16="http://schemas.microsoft.com/office/drawing/2014/main" id="{B4A677C7-E177-61E2-F129-B266BA3E43D9}"/>
              </a:ext>
            </a:extLst>
          </p:cNvPr>
          <p:cNvSpPr/>
          <p:nvPr/>
        </p:nvSpPr>
        <p:spPr>
          <a:xfrm>
            <a:off x="20637501" y="-7462684"/>
            <a:ext cx="9398000" cy="3543827"/>
          </a:xfrm>
          <a:prstGeom prst="trapezoid">
            <a:avLst>
              <a:gd name="adj" fmla="val 11156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8A028B5-B5A9-4007-EAF5-53DDE007CB2B}"/>
              </a:ext>
            </a:extLst>
          </p:cNvPr>
          <p:cNvSpPr/>
          <p:nvPr/>
        </p:nvSpPr>
        <p:spPr>
          <a:xfrm>
            <a:off x="6154951" y="41388"/>
            <a:ext cx="1685499" cy="1828800"/>
          </a:xfrm>
          <a:prstGeom prst="rect">
            <a:avLst/>
          </a:prstGeom>
          <a:pattFill prst="wdUpDiag">
            <a:fgClr>
              <a:schemeClr val="accent2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평행 사변형 55">
            <a:extLst>
              <a:ext uri="{FF2B5EF4-FFF2-40B4-BE49-F238E27FC236}">
                <a16:creationId xmlns:a16="http://schemas.microsoft.com/office/drawing/2014/main" id="{6F4DDD19-BA71-E9D0-CCDA-E3DBB299F845}"/>
              </a:ext>
            </a:extLst>
          </p:cNvPr>
          <p:cNvSpPr/>
          <p:nvPr/>
        </p:nvSpPr>
        <p:spPr>
          <a:xfrm>
            <a:off x="15013858" y="-7462684"/>
            <a:ext cx="9671984" cy="778189"/>
          </a:xfrm>
          <a:prstGeom prst="parallelogram">
            <a:avLst>
              <a:gd name="adj" fmla="val 110376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다이아몬드 56">
            <a:extLst>
              <a:ext uri="{FF2B5EF4-FFF2-40B4-BE49-F238E27FC236}">
                <a16:creationId xmlns:a16="http://schemas.microsoft.com/office/drawing/2014/main" id="{C2854F49-C5BC-506B-677F-8A40D7A414F2}"/>
              </a:ext>
            </a:extLst>
          </p:cNvPr>
          <p:cNvSpPr/>
          <p:nvPr/>
        </p:nvSpPr>
        <p:spPr>
          <a:xfrm rot="359639">
            <a:off x="14304326" y="-8352056"/>
            <a:ext cx="1549411" cy="1669814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평행 사변형 58">
            <a:extLst>
              <a:ext uri="{FF2B5EF4-FFF2-40B4-BE49-F238E27FC236}">
                <a16:creationId xmlns:a16="http://schemas.microsoft.com/office/drawing/2014/main" id="{E81598D8-815A-8C19-1158-2E3A10233685}"/>
              </a:ext>
            </a:extLst>
          </p:cNvPr>
          <p:cNvSpPr/>
          <p:nvPr/>
        </p:nvSpPr>
        <p:spPr>
          <a:xfrm>
            <a:off x="9412604" y="-8364786"/>
            <a:ext cx="5722374" cy="1220800"/>
          </a:xfrm>
          <a:prstGeom prst="parallelogram">
            <a:avLst>
              <a:gd name="adj" fmla="val 110134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6FB4003-E5DA-DC1E-788B-E897DC589DE6}"/>
              </a:ext>
            </a:extLst>
          </p:cNvPr>
          <p:cNvSpPr/>
          <p:nvPr/>
        </p:nvSpPr>
        <p:spPr>
          <a:xfrm>
            <a:off x="26996568" y="2360420"/>
            <a:ext cx="2987001" cy="83998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75F6AD0-C9B1-E35B-ED81-4E1A1DB3D247}"/>
              </a:ext>
            </a:extLst>
          </p:cNvPr>
          <p:cNvCxnSpPr>
            <a:cxnSpLocks/>
          </p:cNvCxnSpPr>
          <p:nvPr/>
        </p:nvCxnSpPr>
        <p:spPr>
          <a:xfrm flipV="1">
            <a:off x="26891448" y="2006171"/>
            <a:ext cx="7254" cy="148491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C4EFDA8-43A3-C57B-BA78-DF90F45D5AD5}"/>
              </a:ext>
            </a:extLst>
          </p:cNvPr>
          <p:cNvCxnSpPr>
            <a:cxnSpLocks/>
          </p:cNvCxnSpPr>
          <p:nvPr/>
        </p:nvCxnSpPr>
        <p:spPr>
          <a:xfrm>
            <a:off x="26553432" y="2704959"/>
            <a:ext cx="975736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42FC488-3547-3275-0F82-431F9C61BB9F}"/>
              </a:ext>
            </a:extLst>
          </p:cNvPr>
          <p:cNvSpPr txBox="1"/>
          <p:nvPr/>
        </p:nvSpPr>
        <p:spPr>
          <a:xfrm>
            <a:off x="26573737" y="2173802"/>
            <a:ext cx="12806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FF0000"/>
                </a:solidFill>
                <a:latin typeface="Aptos" panose="020B00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X</a:t>
            </a:r>
            <a:endParaRPr lang="ko-KR" altLang="en-US" b="1" dirty="0">
              <a:solidFill>
                <a:srgbClr val="FF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사다리꼴 63">
            <a:extLst>
              <a:ext uri="{FF2B5EF4-FFF2-40B4-BE49-F238E27FC236}">
                <a16:creationId xmlns:a16="http://schemas.microsoft.com/office/drawing/2014/main" id="{7DAC3B91-D06F-62EC-11CC-1A4F944DE627}"/>
              </a:ext>
            </a:extLst>
          </p:cNvPr>
          <p:cNvSpPr/>
          <p:nvPr/>
        </p:nvSpPr>
        <p:spPr>
          <a:xfrm rot="16200000" flipH="1">
            <a:off x="30025996" y="762682"/>
            <a:ext cx="3950607" cy="4035458"/>
          </a:xfrm>
          <a:prstGeom prst="trapezoid">
            <a:avLst>
              <a:gd name="adj" fmla="val 3997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다리꼴 64">
            <a:extLst>
              <a:ext uri="{FF2B5EF4-FFF2-40B4-BE49-F238E27FC236}">
                <a16:creationId xmlns:a16="http://schemas.microsoft.com/office/drawing/2014/main" id="{8A380F5A-4C20-25F7-BD5D-903EDA6C2585}"/>
              </a:ext>
            </a:extLst>
          </p:cNvPr>
          <p:cNvSpPr/>
          <p:nvPr/>
        </p:nvSpPr>
        <p:spPr>
          <a:xfrm>
            <a:off x="24685842" y="-9497961"/>
            <a:ext cx="1431708" cy="2035278"/>
          </a:xfrm>
          <a:prstGeom prst="trapezoid">
            <a:avLst>
              <a:gd name="adj" fmla="val 33241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C4CF498-C2EC-1FC4-0992-BFF9CADB3C51}"/>
              </a:ext>
            </a:extLst>
          </p:cNvPr>
          <p:cNvSpPr/>
          <p:nvPr/>
        </p:nvSpPr>
        <p:spPr>
          <a:xfrm>
            <a:off x="25153257" y="-11149781"/>
            <a:ext cx="479440" cy="1651819"/>
          </a:xfrm>
          <a:prstGeom prst="rect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다리꼴 66">
            <a:extLst>
              <a:ext uri="{FF2B5EF4-FFF2-40B4-BE49-F238E27FC236}">
                <a16:creationId xmlns:a16="http://schemas.microsoft.com/office/drawing/2014/main" id="{43315E12-ACF4-1898-8083-9E38A79A87E4}"/>
              </a:ext>
            </a:extLst>
          </p:cNvPr>
          <p:cNvSpPr/>
          <p:nvPr/>
        </p:nvSpPr>
        <p:spPr>
          <a:xfrm flipV="1">
            <a:off x="23526958" y="-13185061"/>
            <a:ext cx="3687096" cy="2035279"/>
          </a:xfrm>
          <a:prstGeom prst="trapezoid">
            <a:avLst>
              <a:gd name="adj" fmla="val 79313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현 67">
            <a:extLst>
              <a:ext uri="{FF2B5EF4-FFF2-40B4-BE49-F238E27FC236}">
                <a16:creationId xmlns:a16="http://schemas.microsoft.com/office/drawing/2014/main" id="{2F35F313-58BF-CA65-8F4C-0B0E2622795B}"/>
              </a:ext>
            </a:extLst>
          </p:cNvPr>
          <p:cNvSpPr/>
          <p:nvPr/>
        </p:nvSpPr>
        <p:spPr>
          <a:xfrm flipV="1">
            <a:off x="22923024" y="-14123350"/>
            <a:ext cx="4909026" cy="5510985"/>
          </a:xfrm>
          <a:prstGeom prst="chord">
            <a:avLst>
              <a:gd name="adj1" fmla="val 2681755"/>
              <a:gd name="adj2" fmla="val 8121377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18F59453-04C0-686D-8109-C84971A92066}"/>
              </a:ext>
            </a:extLst>
          </p:cNvPr>
          <p:cNvSpPr/>
          <p:nvPr/>
        </p:nvSpPr>
        <p:spPr>
          <a:xfrm rot="5400000">
            <a:off x="14993663" y="1452121"/>
            <a:ext cx="1102651" cy="1218241"/>
          </a:xfrm>
          <a:prstGeom prst="rect">
            <a:avLst/>
          </a:prstGeom>
          <a:pattFill prst="wdUpDiag">
            <a:fgClr>
              <a:schemeClr val="accent2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평행 사변형 69">
            <a:extLst>
              <a:ext uri="{FF2B5EF4-FFF2-40B4-BE49-F238E27FC236}">
                <a16:creationId xmlns:a16="http://schemas.microsoft.com/office/drawing/2014/main" id="{E1112B96-0F23-1305-08A6-F1A239E5F19F}"/>
              </a:ext>
            </a:extLst>
          </p:cNvPr>
          <p:cNvSpPr/>
          <p:nvPr/>
        </p:nvSpPr>
        <p:spPr>
          <a:xfrm>
            <a:off x="19221858" y="-3136271"/>
            <a:ext cx="4639625" cy="1504600"/>
          </a:xfrm>
          <a:prstGeom prst="parallelogram">
            <a:avLst>
              <a:gd name="adj" fmla="val 93397"/>
            </a:avLst>
          </a:prstGeom>
          <a:pattFill prst="wdUpDiag">
            <a:fgClr>
              <a:schemeClr val="accent2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B234ACE8-4FDD-F6C0-6EAD-BD9ECE223679}"/>
              </a:ext>
            </a:extLst>
          </p:cNvPr>
          <p:cNvSpPr/>
          <p:nvPr/>
        </p:nvSpPr>
        <p:spPr>
          <a:xfrm>
            <a:off x="3895961" y="6139544"/>
            <a:ext cx="341938" cy="35380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A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5569841C-267B-1ECF-7FA4-FD5526C0B6CC}"/>
              </a:ext>
            </a:extLst>
          </p:cNvPr>
          <p:cNvSpPr/>
          <p:nvPr/>
        </p:nvSpPr>
        <p:spPr>
          <a:xfrm>
            <a:off x="3111500" y="3692167"/>
            <a:ext cx="732211" cy="695683"/>
          </a:xfrm>
          <a:prstGeom prst="rect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평행 사변형 81">
            <a:extLst>
              <a:ext uri="{FF2B5EF4-FFF2-40B4-BE49-F238E27FC236}">
                <a16:creationId xmlns:a16="http://schemas.microsoft.com/office/drawing/2014/main" id="{167561D3-C76D-1382-64FD-6377FAFBAFDE}"/>
              </a:ext>
            </a:extLst>
          </p:cNvPr>
          <p:cNvSpPr/>
          <p:nvPr/>
        </p:nvSpPr>
        <p:spPr>
          <a:xfrm>
            <a:off x="8265841" y="-857251"/>
            <a:ext cx="2135459" cy="545513"/>
          </a:xfrm>
          <a:prstGeom prst="parallelogram">
            <a:avLst>
              <a:gd name="adj" fmla="val 104370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CAF5B60-CE25-51E0-1D0E-6C55D5623C3C}"/>
              </a:ext>
            </a:extLst>
          </p:cNvPr>
          <p:cNvSpPr/>
          <p:nvPr/>
        </p:nvSpPr>
        <p:spPr>
          <a:xfrm>
            <a:off x="10757101" y="-4867953"/>
            <a:ext cx="3464276" cy="517828"/>
          </a:xfrm>
          <a:prstGeom prst="rect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74B6AC8-072E-FDD6-FCFB-7E6BF08568C3}"/>
              </a:ext>
            </a:extLst>
          </p:cNvPr>
          <p:cNvSpPr/>
          <p:nvPr/>
        </p:nvSpPr>
        <p:spPr>
          <a:xfrm>
            <a:off x="13620019" y="-803227"/>
            <a:ext cx="589863" cy="1796954"/>
          </a:xfrm>
          <a:prstGeom prst="rect">
            <a:avLst/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평행 사변형 84">
            <a:extLst>
              <a:ext uri="{FF2B5EF4-FFF2-40B4-BE49-F238E27FC236}">
                <a16:creationId xmlns:a16="http://schemas.microsoft.com/office/drawing/2014/main" id="{84F823E8-90BC-5910-0DB2-749E6329E00E}"/>
              </a:ext>
            </a:extLst>
          </p:cNvPr>
          <p:cNvSpPr/>
          <p:nvPr/>
        </p:nvSpPr>
        <p:spPr>
          <a:xfrm>
            <a:off x="17891525" y="-803227"/>
            <a:ext cx="1596625" cy="545513"/>
          </a:xfrm>
          <a:prstGeom prst="parallelogram">
            <a:avLst>
              <a:gd name="adj" fmla="val 100179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평행 사변형 85">
            <a:extLst>
              <a:ext uri="{FF2B5EF4-FFF2-40B4-BE49-F238E27FC236}">
                <a16:creationId xmlns:a16="http://schemas.microsoft.com/office/drawing/2014/main" id="{7CD62A82-87E4-0CF6-3C1D-696E93CBF6BF}"/>
              </a:ext>
            </a:extLst>
          </p:cNvPr>
          <p:cNvSpPr/>
          <p:nvPr/>
        </p:nvSpPr>
        <p:spPr>
          <a:xfrm>
            <a:off x="17983196" y="1404602"/>
            <a:ext cx="1596625" cy="545513"/>
          </a:xfrm>
          <a:prstGeom prst="parallelogram">
            <a:avLst>
              <a:gd name="adj" fmla="val 93727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다리꼴 86">
            <a:extLst>
              <a:ext uri="{FF2B5EF4-FFF2-40B4-BE49-F238E27FC236}">
                <a16:creationId xmlns:a16="http://schemas.microsoft.com/office/drawing/2014/main" id="{15545736-31C6-6CB1-7B70-8D7184BB7845}"/>
              </a:ext>
            </a:extLst>
          </p:cNvPr>
          <p:cNvSpPr/>
          <p:nvPr/>
        </p:nvSpPr>
        <p:spPr>
          <a:xfrm>
            <a:off x="23861483" y="-7463304"/>
            <a:ext cx="3037219" cy="767443"/>
          </a:xfrm>
          <a:prstGeom prst="trapezoid">
            <a:avLst>
              <a:gd name="adj" fmla="val 110389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평행 사변형 87">
            <a:extLst>
              <a:ext uri="{FF2B5EF4-FFF2-40B4-BE49-F238E27FC236}">
                <a16:creationId xmlns:a16="http://schemas.microsoft.com/office/drawing/2014/main" id="{018E23E7-9FDB-DD02-AC1D-B785926B3F94}"/>
              </a:ext>
            </a:extLst>
          </p:cNvPr>
          <p:cNvSpPr/>
          <p:nvPr/>
        </p:nvSpPr>
        <p:spPr>
          <a:xfrm>
            <a:off x="18404684" y="-7466937"/>
            <a:ext cx="1596625" cy="767443"/>
          </a:xfrm>
          <a:prstGeom prst="parallelogram">
            <a:avLst>
              <a:gd name="adj" fmla="val 100179"/>
            </a:avLst>
          </a:prstGeom>
          <a:pattFill prst="wdDnDiag">
            <a:fgClr>
              <a:srgbClr val="92D050"/>
            </a:fgClr>
            <a:bgClr>
              <a:schemeClr val="bg2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CDADE4CF-09A0-6C00-E7EC-5D6F15B60BAB}"/>
              </a:ext>
            </a:extLst>
          </p:cNvPr>
          <p:cNvSpPr/>
          <p:nvPr/>
        </p:nvSpPr>
        <p:spPr>
          <a:xfrm>
            <a:off x="4748534" y="4986548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B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A00B33D9-6FDD-12DF-03E0-AD88FF52D70C}"/>
              </a:ext>
            </a:extLst>
          </p:cNvPr>
          <p:cNvSpPr/>
          <p:nvPr/>
        </p:nvSpPr>
        <p:spPr>
          <a:xfrm>
            <a:off x="5044126" y="3291515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C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9F6B0272-DEF2-5971-6F91-DA6626973228}"/>
              </a:ext>
            </a:extLst>
          </p:cNvPr>
          <p:cNvSpPr/>
          <p:nvPr/>
        </p:nvSpPr>
        <p:spPr>
          <a:xfrm>
            <a:off x="5615793" y="4264811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D42E4416-AF65-BE9E-3BBA-E7700D61757F}"/>
              </a:ext>
            </a:extLst>
          </p:cNvPr>
          <p:cNvSpPr/>
          <p:nvPr/>
        </p:nvSpPr>
        <p:spPr>
          <a:xfrm>
            <a:off x="6461662" y="2230370"/>
            <a:ext cx="341938" cy="35380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43330D-3ABE-F10B-5C40-83D20A57A275}"/>
              </a:ext>
            </a:extLst>
          </p:cNvPr>
          <p:cNvSpPr txBox="1"/>
          <p:nvPr/>
        </p:nvSpPr>
        <p:spPr>
          <a:xfrm>
            <a:off x="-1447800" y="-11544300"/>
            <a:ext cx="82514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800" b="1" dirty="0"/>
              <a:t>숲 스테이지</a:t>
            </a:r>
            <a:endParaRPr lang="en-US" altLang="ko-KR" sz="8800" b="1" dirty="0"/>
          </a:p>
          <a:p>
            <a:endParaRPr lang="ko-KR" altLang="en-US" sz="8800" b="1" dirty="0"/>
          </a:p>
        </p:txBody>
      </p:sp>
    </p:spTree>
    <p:extLst>
      <p:ext uri="{BB962C8B-B14F-4D97-AF65-F5344CB8AC3E}">
        <p14:creationId xmlns:p14="http://schemas.microsoft.com/office/powerpoint/2010/main" val="4225270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11</Words>
  <Application>Microsoft Office PowerPoint</Application>
  <PresentationFormat>와이드스크린</PresentationFormat>
  <Paragraphs>10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장명운(2020180033)</dc:creator>
  <cp:lastModifiedBy>장명운(2020180033)</cp:lastModifiedBy>
  <cp:revision>16</cp:revision>
  <dcterms:created xsi:type="dcterms:W3CDTF">2025-01-06T03:16:17Z</dcterms:created>
  <dcterms:modified xsi:type="dcterms:W3CDTF">2025-01-06T04:53:34Z</dcterms:modified>
</cp:coreProperties>
</file>