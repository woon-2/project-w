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06766-4874-FF49-CB09-3F158DC99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14FCC8-AAEF-6D49-2710-A72F594DC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E4454-1FD0-A66C-70E1-1CA465082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528782-2C4C-C174-2324-38F49A96E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28C9D7-A29A-6052-DD2A-C084C68F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90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CD295-10C9-78B0-4606-68E518E6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C11003-8726-859C-1F4B-9E56A923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E4114-D218-F083-EBEA-B6F7386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41B8D-635B-6F4A-F5ED-B017374C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16E2C-65CC-E0F0-C45F-05B712B8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99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66D71-B353-264B-9489-F15C42F2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1F391E-36E8-0DC3-3152-ABD12D0A7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495320-0C80-0043-744F-71FEB0CA6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B7AE5-ABE7-DEA0-6B3E-04EE8D0C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E6ED3E-801E-BAD6-45C9-C762486A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83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276A8-08E4-0C06-F978-BB9EB89D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8DE16-9B4B-DC45-9E15-6D243B007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0019E-A8A3-A2FE-B310-A27B07953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83B7B3-28FC-25D6-78A9-98DC5E72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04AD8B-4F3B-8536-D17E-12FAD343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6A6ECC-F8FB-6663-F3EB-3D6A3C6A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32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3BFBB-269D-E406-6EE0-D0ECCD53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F96AEB-86BA-2B52-6EEE-73218B116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800387-F5B3-6B33-DF4A-39F72EE78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8AE778-C9D1-DCE5-0F55-E121A6D07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807900-45F9-04F0-F5DA-A0E543287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7B97DF-C239-8C74-DD6B-3C8DD4F5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930130-6A23-8DA8-9168-AED9ED21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6FEBE7-3FC4-D278-57A2-21E03905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16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EDBA7-EA06-0376-3DEC-05A3DE86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D51201-A03A-B068-2689-CE6B0FD8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7B70AD-720C-1D25-FE78-74906562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C2CFEA-F3CB-936C-43C3-C23E5916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46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93BCA5-EA0C-9667-94E6-E3A56B7A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173667-492A-8D81-E43F-1ED9CE89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1DBF9E-043E-2AAC-57B3-D7BB2C7B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122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86BAA-2E7E-AA65-4299-D413B340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482AB8-00D2-B2AC-ACFE-B80EC8119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C4F289-4062-9D63-4714-297DE61B6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98E58F-28F1-126C-ED44-FD1D655D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C642FF-CD4D-467D-E868-849AB01D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43859D-7BC2-E5B7-FB6A-E0405AC5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E6122-098E-02B4-F25B-1369C45D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7E5A2B-D36F-8661-0DED-021C4F307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2E154E-F7F4-0359-8C45-CAC1E10E8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F369AF-E2A4-9766-9C1C-A3647883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47C65-002B-1C0D-A327-49C277E4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47FEFC-BACC-CE77-0CCB-4D41AB2F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8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F749C-2BEC-C7C4-6762-859FD000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86633C-784A-B44B-5328-451E43D3E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81DA6-24C1-C25B-3662-E0261250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A0CA5-3301-554C-5CDE-88098D47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E7CC0-2C6A-7C0B-2C37-E7B8A7DE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54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29B1CD-8394-F631-9A3E-A84A75B49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040E9F-3E6B-1FB3-DBDE-41817A79A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743FD8-BD1B-1775-2E26-DD7F2C90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6E2BF-ED0C-40BA-CCD8-6444CA49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7A96F-CDD0-1E20-E3D5-20D087F3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43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8FF505-2259-EE03-7CCF-AF586859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CD37B-EC35-97D6-7736-0D91D51A3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EA861A-4D6A-3656-D1F5-9BD688E6E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B8B85-EFD2-4B54-8AF3-AD312CC40683}" type="datetimeFigureOut">
              <a:rPr lang="ko-KR" altLang="en-US" smtClean="0"/>
              <a:t>2025-01-04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E132E1-6E2B-6E7F-DB1D-1F168F8CC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D9A9B-EF46-D3DA-123E-FBCB652E9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42C18-2B2A-40C5-B9BA-022210246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03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996283F9-19B4-453B-799B-C7B29D640343}"/>
              </a:ext>
            </a:extLst>
          </p:cNvPr>
          <p:cNvGrpSpPr/>
          <p:nvPr/>
        </p:nvGrpSpPr>
        <p:grpSpPr>
          <a:xfrm rot="19986879">
            <a:off x="2377838" y="2226290"/>
            <a:ext cx="1757149" cy="646374"/>
            <a:chOff x="2377838" y="2226290"/>
            <a:chExt cx="1757149" cy="6463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CFFC86A-9BAC-62FD-B9B8-01DED7F326FA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6ED8B27-481A-4973-9D32-C725112B83AB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911C4B2-E0ED-F13E-1354-CADADA7CEA1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94A5D4D-E273-F7DB-33C2-CA2573A93272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4E0F05E-D7D2-003C-0CAD-E7435566E976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07CE218-D4DD-4064-C22A-AEDBFE347D8B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C30B731-BD7B-19B7-29D3-F350447E651E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3FEA3B-428C-5615-5A7D-7730F0ED6F58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2A68225-0DEF-8A47-2B10-B13CE937A1A2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4E772F6-FD93-C7F7-8FF9-93D32C16C0F4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B515883-D70A-C238-FC04-4AA173B411F2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1B9F6AE-74C7-B813-793B-BE26EED0FDE0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8E7E204-CC3B-E8CC-0A92-077EBDBE6D35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65E4967-E293-9F04-0013-10C31E7F5A20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C72D30B-221D-2725-4BD1-27D49C1381F7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EF9A2D3-5DCA-F6DF-E792-688BAA75DAAA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45C77CA-9D24-FBC5-B32A-7FB6B874E82A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FB700F0-69B0-EDFB-DFCD-823AB23B66BF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573E12F-38E3-FDB7-5405-3D40C520F9E4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E976659-E0E9-86F8-17E1-EC42390CB465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B1C9C22-BAB7-D204-1B38-A9108897F978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BD68BB9-EB89-8518-2C34-F01C769A8FCA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B49CFD8-EFA5-8E0D-8987-27BC8194FE9C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CBDD9B-DBE8-0A2C-EA5E-81C6E3C7AEEF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915BA7B-1897-D724-7F33-4D8ABBD3FBB9}"/>
              </a:ext>
            </a:extLst>
          </p:cNvPr>
          <p:cNvGrpSpPr/>
          <p:nvPr/>
        </p:nvGrpSpPr>
        <p:grpSpPr>
          <a:xfrm>
            <a:off x="4657597" y="1850862"/>
            <a:ext cx="1757149" cy="646374"/>
            <a:chOff x="2377838" y="2226290"/>
            <a:chExt cx="1757149" cy="64637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3ADD7DC-65DA-96B7-A878-9748A1F6CE7C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43DE922-5C21-46DC-5F16-F25EEFB80115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BCA98B7-4C66-AC24-7538-77F4B9C2AA23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7BC62F7-BAE9-8264-3680-7BB02D2849FB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E7BC011-4C16-2E65-D524-318605C554B7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19E4AEC-B216-0C87-15F2-5F86A2D992F4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566D442-6BF9-3939-CC31-F26C9CFD4002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F37D5D7-AE13-B564-07AE-E3B93EC57A13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C49DE8A-1BBC-0CD3-5118-2CAFDB6ED170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243E160-CB80-BE90-0F28-70F399345877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E98B68E-9E2C-6CE2-A159-7ED33ABA6195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7CDB7F0-AEFA-0222-D401-37F9AC859248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B3E48D7-A2D6-9B3A-2387-789FBDFBCB2D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9E84BFE-0821-342C-E166-E044BA1289BA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3972FDA-F8A6-361E-6F3B-7EE718196ABC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AC6FC1A-DD09-E903-C0F3-8F55DCDB44D9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7F9906E-638E-1E51-6186-10E95C9E496E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B000AE9C-9161-1BD9-91B6-6C447D639DDC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0DF0EBF-F2A6-A41E-752B-89DAFD69BE13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F8DAF72-220F-EF33-1698-596BD90D670C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3C92AAD-C88E-1F92-3CA0-F57A29118FB5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91515969-2088-7EEF-A295-C6BE53F4D08E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9C7949E-BCAB-D3CC-2468-7E7817F9537F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124CF68-1452-28BC-EAEC-6BCA26DC5C69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7E1501D-3AA1-694C-290E-7AC47B7786BE}"/>
              </a:ext>
            </a:extLst>
          </p:cNvPr>
          <p:cNvGrpSpPr/>
          <p:nvPr/>
        </p:nvGrpSpPr>
        <p:grpSpPr>
          <a:xfrm rot="1779001">
            <a:off x="6955805" y="2243176"/>
            <a:ext cx="1757149" cy="646374"/>
            <a:chOff x="2377838" y="2226290"/>
            <a:chExt cx="1757149" cy="646374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5987DF6F-1AA1-892F-4CCA-C925339A3437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74EA475-575C-AC4E-83B6-6B01E3610B2F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96F4EFB2-7586-B02D-3AD9-7FC1FC6E942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C5578C41-AD15-F225-5E5F-2351DADA9B0B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CF4640AE-9D76-7B16-D984-EE0B95C3F5CF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AE78AF3-4F61-7C50-1F0B-695ADA4E8D0B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AA603C9-1DBA-B41E-A5A9-95778139300A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D4B94F8-6FCF-AD50-45DE-562658EFDD71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5F4ED18-A526-5AEE-E2C3-937317709668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FDB34D1-A0DD-6CA5-D17E-ABBB73CB588D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8C9A7DD5-F1AD-BCF2-36D4-C4EFC0EEB83D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1194ECDD-E1B4-B494-E377-4016CF2C692D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D834866D-DA0F-EA53-9263-DA04A39BB883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2A46292-78AE-4342-E000-3CA27D98562F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7BB62EF2-2FE9-A6E6-22E2-6E7A83A6F876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8074EB0-2215-4151-4846-DF2457ECF274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B257A02-5486-65FD-6778-D0F8770D13EA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DD53E6CB-082D-D0E0-FA23-F7D8DB4C15D8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02772E0-43FF-BBA0-A695-F2736DCE8818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8BC19EA-C409-08AE-C4A3-EABAD79E8EF3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5A1C989-2F2B-8864-F7D5-45D7A7DA6271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CACC72E-F7D0-A3F0-8D91-0B4ADEF7C815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DBE5216-14F5-C6C9-824A-E62DF0A70F77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9349232-1E06-3773-38FD-233F681874F3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타원 78">
            <a:extLst>
              <a:ext uri="{FF2B5EF4-FFF2-40B4-BE49-F238E27FC236}">
                <a16:creationId xmlns:a16="http://schemas.microsoft.com/office/drawing/2014/main" id="{33AA4966-898D-F280-D008-B65BC7919620}"/>
              </a:ext>
            </a:extLst>
          </p:cNvPr>
          <p:cNvSpPr/>
          <p:nvPr/>
        </p:nvSpPr>
        <p:spPr>
          <a:xfrm>
            <a:off x="4886197" y="3126506"/>
            <a:ext cx="1299949" cy="96289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90CE6AFC-BB51-7145-F3CC-6F5CFD0DE3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69267" y="3141643"/>
            <a:ext cx="1471864" cy="1299949"/>
          </a:xfrm>
          <a:prstGeom prst="curvedConnector3">
            <a:avLst>
              <a:gd name="adj1" fmla="val 935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구부러짐 87">
            <a:extLst>
              <a:ext uri="{FF2B5EF4-FFF2-40B4-BE49-F238E27FC236}">
                <a16:creationId xmlns:a16="http://schemas.microsoft.com/office/drawing/2014/main" id="{BD1E2B64-1E56-9B5B-645A-5B0CBEDE0778}"/>
              </a:ext>
            </a:extLst>
          </p:cNvPr>
          <p:cNvCxnSpPr>
            <a:cxnSpLocks/>
          </p:cNvCxnSpPr>
          <p:nvPr/>
        </p:nvCxnSpPr>
        <p:spPr>
          <a:xfrm rot="5400000">
            <a:off x="6224660" y="3141643"/>
            <a:ext cx="1471864" cy="1299949"/>
          </a:xfrm>
          <a:prstGeom prst="curvedConnector3">
            <a:avLst>
              <a:gd name="adj1" fmla="val 935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4BA3AB5D-F591-6941-1C98-45413D073688}"/>
              </a:ext>
            </a:extLst>
          </p:cNvPr>
          <p:cNvCxnSpPr/>
          <p:nvPr/>
        </p:nvCxnSpPr>
        <p:spPr>
          <a:xfrm>
            <a:off x="5536171" y="2603333"/>
            <a:ext cx="0" cy="316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FD8B4A1-35FA-537C-BDDC-59805F9EA8F3}"/>
              </a:ext>
            </a:extLst>
          </p:cNvPr>
          <p:cNvSpPr txBox="1"/>
          <p:nvPr/>
        </p:nvSpPr>
        <p:spPr>
          <a:xfrm>
            <a:off x="309985" y="190500"/>
            <a:ext cx="303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홉 </a:t>
            </a:r>
            <a:r>
              <a:rPr lang="ko-KR" altLang="en-US" dirty="0" err="1"/>
              <a:t>고블린</a:t>
            </a:r>
            <a:r>
              <a:rPr lang="ko-KR" altLang="en-US" dirty="0"/>
              <a:t> </a:t>
            </a:r>
            <a:r>
              <a:rPr lang="en-US" altLang="ko-KR" dirty="0"/>
              <a:t>Scenario 1: </a:t>
            </a:r>
            <a:r>
              <a:rPr lang="ko-KR" altLang="en-US" dirty="0"/>
              <a:t>포위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907609B-C1CF-D199-4807-D5245FCF1508}"/>
              </a:ext>
            </a:extLst>
          </p:cNvPr>
          <p:cNvSpPr/>
          <p:nvPr/>
        </p:nvSpPr>
        <p:spPr>
          <a:xfrm>
            <a:off x="5343397" y="914400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52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A07B5441-A368-5DD5-060A-7368A42A9065}"/>
              </a:ext>
            </a:extLst>
          </p:cNvPr>
          <p:cNvGrpSpPr/>
          <p:nvPr/>
        </p:nvGrpSpPr>
        <p:grpSpPr>
          <a:xfrm rot="7587938">
            <a:off x="2989922" y="1420928"/>
            <a:ext cx="1757149" cy="646374"/>
            <a:chOff x="2377838" y="2226290"/>
            <a:chExt cx="1757149" cy="64637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084F45D-3C53-C41A-EC2E-BE1B4247EDEC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AEA1FFE-9CEE-CEC8-F62E-3DB523C071A3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331A5D-ECBF-BEA4-56A6-56BA8F0EE77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958C1FC-858B-2A05-D687-04916C6B539E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92AE0A3-E400-A71D-1963-1CE6BB3B29E0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83D3809-718A-B2B5-C5A0-908EFEB5910A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594AC76-C78A-E320-6174-E2BF8F440BB6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FCE3554-D5E8-7A33-04F1-257A3985DDA8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21ABADB-AE11-DA84-31E6-0982BAC0D385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9D855DC-2960-FBE1-17E4-B66CC1590E6B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2484AB0-8F2B-E67C-823F-2443C6485122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09F1566-4B00-EE45-1799-B28ED49F7009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0EF148F-7581-63CE-0FB5-9F52A38F403C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3BCECCC-8882-72F6-15DC-66D46D5005B2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43AA3B3-8710-2E3F-A786-98472FDC610E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76D2C2E-EE31-BF9A-49FE-0ACD0B64964B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64EBFD5-7180-4CF0-0BB8-0A4C0A04AFE5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42D0E99-8DD9-EE5C-D5DB-FD7FF400E9E8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CDA187D-272C-ED31-DCEA-0EA286569BF8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04A3504-D471-152D-2E61-2FBCFE641B51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3C1EDFF-7BDC-8D0C-3757-747B67AA6038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9687295-0CBB-C97A-3FD1-68DF55C16763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E82D671-1606-051D-73FE-CA9876D00BC6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E1ED065-30CA-ABF7-BF88-F95DF90BD01A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0EDBEC6-0116-D781-3149-56F8ED882C1B}"/>
              </a:ext>
            </a:extLst>
          </p:cNvPr>
          <p:cNvGrpSpPr/>
          <p:nvPr/>
        </p:nvGrpSpPr>
        <p:grpSpPr>
          <a:xfrm>
            <a:off x="4403913" y="2782626"/>
            <a:ext cx="1757149" cy="646374"/>
            <a:chOff x="2377838" y="2226290"/>
            <a:chExt cx="1757149" cy="64637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0E6EFB0-316B-111C-F9A4-9EF870190CAE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1A338BB-1EF2-5BA8-6B64-973E974C9B85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9D60A32-C12D-7627-C5C9-939994112C8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D3225F8-F543-E87D-4850-1F9BEDD9D2AA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4470427-19BA-CA57-7E3C-FF84D775A7B5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8EB15AD-B3C0-8B00-6AD2-5B1E2A00D257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65F7ECE-AD14-9461-9B1D-8C717BE8B485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E6678C3-296D-C700-1075-2D91FF247757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C95FA7D-43FF-9BDB-234F-53AC2FA3D69D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1FA3F10-94DF-B724-9EF0-44ACE36AA800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A221E1B-EC4B-65F5-94A1-44AB66904FBD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62FF70A-851F-5AA0-9A4D-1A1FCF386A49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F78BA79-899A-9BAE-820A-081C39BBA3D6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D68C27A-6A8A-B7A1-71B4-219614B63EFA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02C071D-1EA4-66AD-1696-3DBB3430B6BB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2FED4C6-94D3-652F-3EEF-9079D20BA644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FFE4A84-7215-CA88-F9BA-1BCE2BC576A7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FACC213-BCA9-7476-196E-6FE8D7B89A8B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FDC3E52-4DF0-A85A-5400-558BDA68D2E9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57EB4EE-7CBD-CFF6-F086-04246F87CAD0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CD4ECB9-FD06-377A-B7D8-013FA93D8035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2FC334D-7C43-5704-A331-40B69532ADA6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38D0294-9A77-039E-EEA6-FAE60497F74C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17C27BE-EDB7-AEB6-81A0-243161B13B5F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타원 78">
            <a:extLst>
              <a:ext uri="{FF2B5EF4-FFF2-40B4-BE49-F238E27FC236}">
                <a16:creationId xmlns:a16="http://schemas.microsoft.com/office/drawing/2014/main" id="{053DC846-200C-ADAF-B849-0CCA0A73FA7B}"/>
              </a:ext>
            </a:extLst>
          </p:cNvPr>
          <p:cNvSpPr/>
          <p:nvPr/>
        </p:nvSpPr>
        <p:spPr>
          <a:xfrm>
            <a:off x="7187319" y="412750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E3D48A-3C87-8BC9-F494-C9A4EE8A9F5F}"/>
              </a:ext>
            </a:extLst>
          </p:cNvPr>
          <p:cNvSpPr txBox="1"/>
          <p:nvPr/>
        </p:nvSpPr>
        <p:spPr>
          <a:xfrm>
            <a:off x="309985" y="190500"/>
            <a:ext cx="303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홉 </a:t>
            </a:r>
            <a:r>
              <a:rPr lang="ko-KR" altLang="en-US" dirty="0" err="1"/>
              <a:t>고블린</a:t>
            </a:r>
            <a:r>
              <a:rPr lang="ko-KR" altLang="en-US" dirty="0"/>
              <a:t> </a:t>
            </a:r>
            <a:r>
              <a:rPr lang="en-US" altLang="ko-KR" dirty="0"/>
              <a:t>Scenario 2: </a:t>
            </a:r>
            <a:r>
              <a:rPr lang="ko-KR" altLang="en-US" dirty="0"/>
              <a:t>경계</a:t>
            </a: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196CE965-3102-4598-601B-4A6DA6451C2A}"/>
              </a:ext>
            </a:extLst>
          </p:cNvPr>
          <p:cNvGrpSpPr/>
          <p:nvPr/>
        </p:nvGrpSpPr>
        <p:grpSpPr>
          <a:xfrm rot="14012062" flipH="1">
            <a:off x="5835971" y="1440787"/>
            <a:ext cx="1757149" cy="646374"/>
            <a:chOff x="2377838" y="2226290"/>
            <a:chExt cx="1757149" cy="646374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949E3FA-E636-EA5D-3EE4-5A0B56481774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38401A0D-8832-4A98-B84F-4D33AA0F41FE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7D1AA5C-EB0D-37FE-C19C-325AA93E395D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12AFBEA-9C69-3387-0CFE-0B865AE2632C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69A0333-66E7-1D6B-F82B-4D2EE5C28CA0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0643424-184D-A3DB-420E-A8540C34CB70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A36026E-0752-A255-51AB-C9A04F6719C6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D6E31E9-D5BB-940B-30F5-01987B82DDB9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F92255F-DEF3-1F21-DE79-E5E4BF9E19FE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3CA97E66-94A5-DBAB-26C2-C255650C01C1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00458DFB-7330-C894-BED2-FBEDFE047E1C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D8F25400-D966-1AF2-F0B6-93FBCCF8E36B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FE9704C-BE85-0974-0242-FC669FF1281F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01113D74-528B-E6E3-C37B-7ED8FFAF85C3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0B64D141-1D95-CB9D-C794-B2BDA2839446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291DD414-1BFB-CDDC-E3DA-E99697203E46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EAE5C78D-A42D-0E33-A2D6-6DE5C376A3C7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96EA280F-0F32-7512-8EDB-61D2758F9937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F658AF44-2EFE-6CD7-D17C-EE5C7AADFFD8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674E0F84-71A8-C866-8AD7-BD7A9D675D5F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5473E5BB-0AE6-F254-DA37-A7F6B714BF2A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C6C4F729-1714-7EB6-1F8B-E10F243875AE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93AA72F7-C01C-FAF6-9601-D5484EA3BB67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FE5E894A-C4FE-EFB9-19DF-FCECF7050E6F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9" name="타원 108">
            <a:extLst>
              <a:ext uri="{FF2B5EF4-FFF2-40B4-BE49-F238E27FC236}">
                <a16:creationId xmlns:a16="http://schemas.microsoft.com/office/drawing/2014/main" id="{C00C0516-B91D-0F94-CE69-B3815AC8DE1E}"/>
              </a:ext>
            </a:extLst>
          </p:cNvPr>
          <p:cNvSpPr/>
          <p:nvPr/>
        </p:nvSpPr>
        <p:spPr>
          <a:xfrm>
            <a:off x="2014270" y="4024029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E5E4582-4F60-C7C6-D8D4-5A4ADA122E7A}"/>
              </a:ext>
            </a:extLst>
          </p:cNvPr>
          <p:cNvSpPr/>
          <p:nvPr/>
        </p:nvSpPr>
        <p:spPr>
          <a:xfrm>
            <a:off x="5110485" y="1807564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76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5D9A-B148-00DF-D7FB-4CDFB2BF9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타원 78">
            <a:extLst>
              <a:ext uri="{FF2B5EF4-FFF2-40B4-BE49-F238E27FC236}">
                <a16:creationId xmlns:a16="http://schemas.microsoft.com/office/drawing/2014/main" id="{E78017CE-08BC-2A99-71A4-B7D166D6DD34}"/>
              </a:ext>
            </a:extLst>
          </p:cNvPr>
          <p:cNvSpPr/>
          <p:nvPr/>
        </p:nvSpPr>
        <p:spPr>
          <a:xfrm>
            <a:off x="7187319" y="412750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4CDC557-0578-E817-1E41-B969B9ED16B6}"/>
              </a:ext>
            </a:extLst>
          </p:cNvPr>
          <p:cNvSpPr txBox="1"/>
          <p:nvPr/>
        </p:nvSpPr>
        <p:spPr>
          <a:xfrm>
            <a:off x="309984" y="190500"/>
            <a:ext cx="41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홉 </a:t>
            </a:r>
            <a:r>
              <a:rPr lang="ko-KR" altLang="en-US" dirty="0" err="1"/>
              <a:t>고블린</a:t>
            </a:r>
            <a:r>
              <a:rPr lang="ko-KR" altLang="en-US" dirty="0"/>
              <a:t> </a:t>
            </a:r>
            <a:r>
              <a:rPr lang="en-US" altLang="ko-KR" dirty="0"/>
              <a:t>Scenario 3: </a:t>
            </a:r>
            <a:r>
              <a:rPr lang="ko-KR" altLang="en-US" dirty="0"/>
              <a:t>각개격파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8FA22C97-7021-7A79-1047-C1B9309CB1B1}"/>
              </a:ext>
            </a:extLst>
          </p:cNvPr>
          <p:cNvSpPr/>
          <p:nvPr/>
        </p:nvSpPr>
        <p:spPr>
          <a:xfrm>
            <a:off x="2014270" y="4024029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A791FD4-2674-ECE1-61D4-96E446830991}"/>
              </a:ext>
            </a:extLst>
          </p:cNvPr>
          <p:cNvGrpSpPr/>
          <p:nvPr/>
        </p:nvGrpSpPr>
        <p:grpSpPr>
          <a:xfrm rot="2376667">
            <a:off x="3130798" y="2341033"/>
            <a:ext cx="1770561" cy="887675"/>
            <a:chOff x="4403913" y="2541325"/>
            <a:chExt cx="1770561" cy="88767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9E1CDC8-F974-B3A6-79D5-B0DE74663468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4C88BF0-4B4E-934E-763A-FBF17007B734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6B67CA7-6337-CD52-43AE-B956243A5AE5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D2CE87B-2827-1387-2A40-746AC22CD1ED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7C4C8D0-D9A8-3456-465D-5176062628F3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8D0768E-EE22-4A02-2DCD-585211764D74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2BAE9AE-9898-C17B-9DEB-CE99D4122711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C677434-0CDD-DCE5-F2C2-B94A245E70F1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82EA4CE-E217-972C-34C4-AE558C7D4680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5A98E06-C431-55C1-D094-EF3E1EB14C8B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8BE01B9-D62C-0527-E908-BC0C4D2B9153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E510869-AA57-8809-376B-F842B14EE010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90A837E-995A-E048-A167-1FDA269BC4BC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5D17932-D8EF-E648-F40E-91AEEBC299CE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87F1C3B-5225-7A52-2CF4-9DD9847DB0B0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B819462-CFBB-DB58-5399-962654C8E3CF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8C3DFA7-C0DF-F9D8-1D7F-807E3C77D65A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DBD4A41-AE4B-B58F-A42E-B79339A5882D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6B023DC1-F738-1DC4-06AA-6D774D3B3F4B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2F6AF52-2B71-F3A0-6990-F05591C6A8A5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74AE8D7-F72F-9474-FBFF-2EA10017BB20}"/>
              </a:ext>
            </a:extLst>
          </p:cNvPr>
          <p:cNvGrpSpPr/>
          <p:nvPr/>
        </p:nvGrpSpPr>
        <p:grpSpPr>
          <a:xfrm rot="18415742">
            <a:off x="5431170" y="2773175"/>
            <a:ext cx="1757149" cy="646374"/>
            <a:chOff x="2377838" y="2226290"/>
            <a:chExt cx="1757149" cy="646374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BA4E4342-0259-0D73-0E7E-405F69846D2E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2C8CB9FC-C516-6ED2-6082-E8DE56DBD792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13C2199-EABE-BB58-175E-6AF8EEE55C59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C0679291-43F7-AF82-C07C-A38CED6C63A8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37B81C77-F2B5-1BF6-562B-EF37A50AB775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E7CA306-F768-4980-4DA1-5EC4B18923A1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E38CAD6-DC84-F435-B69B-713A4A87246F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8B68D32C-5A41-0594-B43B-476690F9F395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6536275F-E964-5D40-AEAA-F2B81236A7F1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A78205D4-14EB-42C8-ED6B-DC06B44427B3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81CF525-FAB0-C4F1-5857-2E19528B1561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E9334D3-921F-8A19-19A5-828C707E8252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B708E61-CA2B-651C-9AE0-CF17505639B9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C6A0360-873B-6D3C-54BA-03DF50489E82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EE28B049-54C0-1FC0-90D7-FB62ED56387C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A0AD92D-DB44-F0FC-89C5-00D790C16EA3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8AFD065-5DCE-48AA-F2F1-F6DA9CBC2325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3264194-DAC5-D081-E62E-7944F895C530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17A16A4-B152-7E10-343E-0C83FB5A60D4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47B21F0-2361-4899-28DD-0FFD7DDD7078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871F4763-0378-D1C9-6AA6-14C84BA73627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A9D9CCCC-4DB6-613F-4438-F9E5E7543239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D81718EF-8552-A97C-84A7-6FDC26829773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6EC238DE-1316-3F83-5F24-6448858FC474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1DBFA57B-EAEC-387F-A820-1817B79AB0E6}"/>
              </a:ext>
            </a:extLst>
          </p:cNvPr>
          <p:cNvGrpSpPr/>
          <p:nvPr/>
        </p:nvGrpSpPr>
        <p:grpSpPr>
          <a:xfrm rot="1264470">
            <a:off x="7394320" y="2165368"/>
            <a:ext cx="1757149" cy="646374"/>
            <a:chOff x="2377838" y="2226290"/>
            <a:chExt cx="1757149" cy="646374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A54FCABE-41F9-1418-BD87-F32C4EFA8F71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1A1BC580-0820-09BF-B091-097B71D7A4BB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0FEF32CC-2A3E-806E-65B1-FF5A349B8F3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7EE074C7-B299-8131-8D9A-DA6C66F4B490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0D4EED85-BD5B-58C2-9D63-7743EBB4431E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BF518FC0-5783-DC1E-667A-499BC3857572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C75A4A10-4DCA-34DD-D985-DC52ACD2AA08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C0E47D58-CE2E-2240-1712-CF0634B11994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E42F315C-F7EC-3F87-5FD1-0D198EB992D5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5A9B4E48-0E2E-2C95-41D2-62ACFF73A9E9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47B3F5E-C7BD-DC9A-7BBD-F2EC82BDCB1F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97FBB9EA-30E2-6DE3-6330-C355B987483D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2ADEC185-7426-9AD4-9F35-BDD40626FD12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107A714E-D437-E2B1-C4C9-B12F81E065C8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1703F4C9-AB36-906A-E147-8FD18DA6FACD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82FE3D34-3D65-028D-14E9-561567EE205A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6040D43E-E822-8279-9FCA-D5BB481B890D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83404142-B29B-DC7D-C0D2-CA416357BD06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E264BF6A-0F71-D059-C927-C8423E2B5C01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CF87A675-79EC-179A-1DB6-C5CC0B4F68C2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4C847EE9-C3CC-4011-8E25-3A6B780BDCE0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42A45F88-69D8-8550-A2B1-DA04D3678126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4841249C-342D-EAC3-905D-329128B99B9A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08E331FD-F2E9-CE9D-44CC-A86833C9C10A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99A8AAE3-4600-2954-321A-04D2EFF15079}"/>
              </a:ext>
            </a:extLst>
          </p:cNvPr>
          <p:cNvCxnSpPr/>
          <p:nvPr/>
        </p:nvCxnSpPr>
        <p:spPr>
          <a:xfrm flipH="1">
            <a:off x="3110092" y="3242014"/>
            <a:ext cx="515201" cy="622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928C9B96-DFE3-C9AE-37C0-3226EFBF6A6F}"/>
              </a:ext>
            </a:extLst>
          </p:cNvPr>
          <p:cNvSpPr/>
          <p:nvPr/>
        </p:nvSpPr>
        <p:spPr>
          <a:xfrm>
            <a:off x="6677856" y="1338470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7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24ED-EB2C-868C-3593-C8EE80B1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34B5447F-FFD7-A429-4DEB-79823D2E6F77}"/>
              </a:ext>
            </a:extLst>
          </p:cNvPr>
          <p:cNvGrpSpPr/>
          <p:nvPr/>
        </p:nvGrpSpPr>
        <p:grpSpPr>
          <a:xfrm rot="2586657">
            <a:off x="1443197" y="2006890"/>
            <a:ext cx="1757149" cy="646374"/>
            <a:chOff x="2377838" y="2226290"/>
            <a:chExt cx="1757149" cy="64637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929C5DE-3995-B691-757D-D0ADD3504F9B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7D8B7B7-4D0E-9B1D-2088-B4C5E3EE2555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43D9497-747C-9BDA-AD56-28FE43A32B8A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7D38AC3-F31B-CB4D-A60E-F4B9C1DC1229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6BBC280-7CA0-5E13-9131-FC0C0836F427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C0995A-EB4F-0CEE-47B6-0929BD2E478E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7E7A564-6E19-8179-B0AE-DF4F4EA644A6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D2AE74-594E-CBD9-D79A-673CC71CC8A9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9CF4794-A29D-C781-11D3-332F4DA7E115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0C6D31A-E28E-5B69-0D40-70C92951D257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B51C6D2-3F3F-247C-0E4A-365D34B5583D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36DAA71-56D5-F3E3-E8A6-E2485F189168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3833645-CA40-0EF3-6FA0-99C59300ABDF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E2BEC04-2677-A8B3-DAE8-D1A3B2BB803C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094E2D2F-AF60-01AA-41F3-946537C6541A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FE5BA0E-ED48-209C-3C32-F55F3E1CE326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4E955C2-5E7C-7D8A-E5C9-510EDE4824E8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1345964-F27A-AE31-0AC3-145E3AEBD374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1B92E7B-57A3-736F-7642-7598BBC167B1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5E2F74E-9D2C-E857-05B6-807013464D0E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5FF03E2-AC31-8C9D-573E-A1B03BA83C61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3BC00DF-2D71-2CC5-0D06-5C2E62861228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E444A86-C18C-E2F8-B6DD-C134C525CCA0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647134E-FEAB-BC3A-5D6C-70832CFE4845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871C44-7EFC-D2DF-631A-8F6F07D8B595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그랜드밤</a:t>
            </a:r>
            <a:r>
              <a:rPr lang="ko-KR" altLang="en-US" dirty="0"/>
              <a:t> </a:t>
            </a:r>
            <a:r>
              <a:rPr lang="en-US" altLang="ko-KR" dirty="0"/>
              <a:t>Scenario 1: </a:t>
            </a:r>
            <a:r>
              <a:rPr lang="ko-KR" altLang="en-US" dirty="0"/>
              <a:t>밀집 </a:t>
            </a:r>
            <a:r>
              <a:rPr lang="en-US" altLang="ko-KR" dirty="0"/>
              <a:t>&amp; </a:t>
            </a:r>
            <a:r>
              <a:rPr lang="ko-KR" altLang="en-US" dirty="0"/>
              <a:t>산개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23522FF0-FD79-FA4D-84E0-F23EBEF00226}"/>
              </a:ext>
            </a:extLst>
          </p:cNvPr>
          <p:cNvSpPr/>
          <p:nvPr/>
        </p:nvSpPr>
        <p:spPr>
          <a:xfrm>
            <a:off x="4727679" y="4070411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1F2BC3B-86C2-3BB2-96BA-876D869170E1}"/>
              </a:ext>
            </a:extLst>
          </p:cNvPr>
          <p:cNvGrpSpPr/>
          <p:nvPr/>
        </p:nvGrpSpPr>
        <p:grpSpPr>
          <a:xfrm rot="19013343" flipH="1">
            <a:off x="7167378" y="2120301"/>
            <a:ext cx="1757149" cy="646374"/>
            <a:chOff x="2377838" y="2226290"/>
            <a:chExt cx="1757149" cy="64637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B3409E9-1641-B31D-02D9-D568BA346AF8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6D79DB8-AB71-D307-C04C-1FE1A13BC0B4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CA1FB12-78CA-CD46-47BC-2596F7B8F563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6E5B858-FB68-ED84-D03C-E9EE1E6FFFC5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5DA9007-317C-C46A-887C-2AF5E15792D6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C655DB81-07FB-D079-612E-9E4180664562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19660DE-3566-8B1B-C25B-7186D2DA8532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A7340DDB-7651-2321-17FE-44C0C7424FD8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29749EC-AE19-5E41-A1EA-FC45B75329D8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D8EFC2C-3406-F270-06C3-BB63410E7EA0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64263667-C618-6305-6C27-C08DE70F3F60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52F4ED4-3E7D-A126-6420-ED50A711AF2B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F189994-3D8C-2580-CFCA-7E24F128339A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C072D3B2-7A46-389A-0370-B44D0B1DFD66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7522EB1-5A1E-5770-9F83-9959EBBDA79B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982455F-05AB-C273-85A1-3563463F279C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A1C1368-CFA0-7B53-E84B-4AFBDE523FBA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E8054E54-0D37-4471-664E-8892C093BB0F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5B5FAE11-7F15-D072-BE1C-493EE0DB9572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FE5F870-D746-EC99-C3C4-A65461CD2506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ED2184BF-C0BE-410C-76C6-CDDF62EAEE26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A9ABB01-3C78-2FF9-A33B-5D68925A229B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D05F7B1F-B10D-F1CC-5274-74ACE6E8AD42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287F1DE-CA56-D06C-CD19-9AE8729FB2EC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682B29A4-9F19-42A0-843E-8AAAC8FD046F}"/>
              </a:ext>
            </a:extLst>
          </p:cNvPr>
          <p:cNvGrpSpPr/>
          <p:nvPr/>
        </p:nvGrpSpPr>
        <p:grpSpPr>
          <a:xfrm>
            <a:off x="3894964" y="2595943"/>
            <a:ext cx="2990979" cy="1104308"/>
            <a:chOff x="3894964" y="2595943"/>
            <a:chExt cx="2990979" cy="1104308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5677524E-E128-4DAA-3701-324E7AD50B7F}"/>
                </a:ext>
              </a:extLst>
            </p:cNvPr>
            <p:cNvSpPr/>
            <p:nvPr/>
          </p:nvSpPr>
          <p:spPr>
            <a:xfrm>
              <a:off x="3894964" y="274057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C805DBA8-F6C1-B862-640B-FB9D757F99DD}"/>
                </a:ext>
              </a:extLst>
            </p:cNvPr>
            <p:cNvSpPr/>
            <p:nvPr/>
          </p:nvSpPr>
          <p:spPr>
            <a:xfrm>
              <a:off x="4344492" y="259594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7C83650-760A-C0F9-A6FD-071B35C85F2C}"/>
                </a:ext>
              </a:extLst>
            </p:cNvPr>
            <p:cNvSpPr/>
            <p:nvPr/>
          </p:nvSpPr>
          <p:spPr>
            <a:xfrm>
              <a:off x="4826853" y="276231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E9906A6-9893-1E6C-2B9D-967C52B52222}"/>
                </a:ext>
              </a:extLst>
            </p:cNvPr>
            <p:cNvSpPr/>
            <p:nvPr/>
          </p:nvSpPr>
          <p:spPr>
            <a:xfrm>
              <a:off x="5305447" y="2607190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436D7715-387C-F8EF-6CA4-DE015F456513}"/>
                </a:ext>
              </a:extLst>
            </p:cNvPr>
            <p:cNvSpPr/>
            <p:nvPr/>
          </p:nvSpPr>
          <p:spPr>
            <a:xfrm>
              <a:off x="5758742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B40E82C-5850-7CA8-2985-B7A5ED276E4F}"/>
                </a:ext>
              </a:extLst>
            </p:cNvPr>
            <p:cNvSpPr/>
            <p:nvPr/>
          </p:nvSpPr>
          <p:spPr>
            <a:xfrm>
              <a:off x="6237336" y="260634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DF1AF8AD-D1A0-4110-2F0A-96A024EA9583}"/>
                </a:ext>
              </a:extLst>
            </p:cNvPr>
            <p:cNvSpPr/>
            <p:nvPr/>
          </p:nvSpPr>
          <p:spPr>
            <a:xfrm>
              <a:off x="6728994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5B0F0538-ADA1-7BC6-2AFE-688318042189}"/>
                </a:ext>
              </a:extLst>
            </p:cNvPr>
            <p:cNvSpPr/>
            <p:nvPr/>
          </p:nvSpPr>
          <p:spPr>
            <a:xfrm>
              <a:off x="3894964" y="320521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6DC4D309-070F-6BB0-D2CA-B0700094E2FB}"/>
                </a:ext>
              </a:extLst>
            </p:cNvPr>
            <p:cNvSpPr/>
            <p:nvPr/>
          </p:nvSpPr>
          <p:spPr>
            <a:xfrm>
              <a:off x="4344492" y="306058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DA1531CB-A1CB-41F6-29BD-D1ADF0619B30}"/>
                </a:ext>
              </a:extLst>
            </p:cNvPr>
            <p:cNvSpPr/>
            <p:nvPr/>
          </p:nvSpPr>
          <p:spPr>
            <a:xfrm>
              <a:off x="4826853" y="322695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F258BC16-5BA1-A2E9-A02D-1125F39A62F8}"/>
                </a:ext>
              </a:extLst>
            </p:cNvPr>
            <p:cNvSpPr/>
            <p:nvPr/>
          </p:nvSpPr>
          <p:spPr>
            <a:xfrm>
              <a:off x="5305447" y="307183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5473E528-8B82-604D-073A-A83F922FF3B9}"/>
                </a:ext>
              </a:extLst>
            </p:cNvPr>
            <p:cNvSpPr/>
            <p:nvPr/>
          </p:nvSpPr>
          <p:spPr>
            <a:xfrm>
              <a:off x="5758742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AF79702-A91C-C89B-912E-1A51674C02F6}"/>
                </a:ext>
              </a:extLst>
            </p:cNvPr>
            <p:cNvSpPr/>
            <p:nvPr/>
          </p:nvSpPr>
          <p:spPr>
            <a:xfrm>
              <a:off x="6237336" y="307099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45500174-8A5C-EEB6-712F-B8B71A0F0E0D}"/>
                </a:ext>
              </a:extLst>
            </p:cNvPr>
            <p:cNvSpPr/>
            <p:nvPr/>
          </p:nvSpPr>
          <p:spPr>
            <a:xfrm>
              <a:off x="6728994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DEEF16D5-CB01-059E-9D46-A56C9F464DAC}"/>
                </a:ext>
              </a:extLst>
            </p:cNvPr>
            <p:cNvSpPr/>
            <p:nvPr/>
          </p:nvSpPr>
          <p:spPr>
            <a:xfrm>
              <a:off x="4344492" y="352523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D0DA2E9-C155-4425-66FE-A67467787BFD}"/>
                </a:ext>
              </a:extLst>
            </p:cNvPr>
            <p:cNvSpPr/>
            <p:nvPr/>
          </p:nvSpPr>
          <p:spPr>
            <a:xfrm>
              <a:off x="5305447" y="353647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CBF1970B-8249-1043-0192-1A0BC0CAEF67}"/>
                </a:ext>
              </a:extLst>
            </p:cNvPr>
            <p:cNvSpPr/>
            <p:nvPr/>
          </p:nvSpPr>
          <p:spPr>
            <a:xfrm>
              <a:off x="6237336" y="353563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69" name="연결선: 구부러짐 168">
            <a:extLst>
              <a:ext uri="{FF2B5EF4-FFF2-40B4-BE49-F238E27FC236}">
                <a16:creationId xmlns:a16="http://schemas.microsoft.com/office/drawing/2014/main" id="{D68850AB-4B9D-DF29-B79A-9D1569DD37F1}"/>
              </a:ext>
            </a:extLst>
          </p:cNvPr>
          <p:cNvCxnSpPr/>
          <p:nvPr/>
        </p:nvCxnSpPr>
        <p:spPr>
          <a:xfrm>
            <a:off x="2790640" y="1939506"/>
            <a:ext cx="1471827" cy="445796"/>
          </a:xfrm>
          <a:prstGeom prst="curvedConnector3">
            <a:avLst>
              <a:gd name="adj1" fmla="val 94007"/>
            </a:avLst>
          </a:prstGeom>
          <a:ln>
            <a:gradFill>
              <a:gsLst>
                <a:gs pos="0">
                  <a:schemeClr val="accent4"/>
                </a:gs>
                <a:gs pos="0">
                  <a:schemeClr val="accent3"/>
                </a:gs>
                <a:gs pos="74000">
                  <a:srgbClr val="FFFF00"/>
                </a:gs>
                <a:gs pos="83000">
                  <a:srgbClr val="FFFF00"/>
                </a:gs>
                <a:gs pos="100000">
                  <a:srgbClr val="FFFF00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연결선: 구부러짐 170">
            <a:extLst>
              <a:ext uri="{FF2B5EF4-FFF2-40B4-BE49-F238E27FC236}">
                <a16:creationId xmlns:a16="http://schemas.microsoft.com/office/drawing/2014/main" id="{2AE07900-414A-5702-0260-32888FB1B067}"/>
              </a:ext>
            </a:extLst>
          </p:cNvPr>
          <p:cNvCxnSpPr>
            <a:cxnSpLocks/>
          </p:cNvCxnSpPr>
          <p:nvPr/>
        </p:nvCxnSpPr>
        <p:spPr>
          <a:xfrm flipH="1">
            <a:off x="6071554" y="2013060"/>
            <a:ext cx="1471827" cy="445796"/>
          </a:xfrm>
          <a:prstGeom prst="curvedConnector3">
            <a:avLst>
              <a:gd name="adj1" fmla="val 94007"/>
            </a:avLst>
          </a:prstGeom>
          <a:ln>
            <a:gradFill>
              <a:gsLst>
                <a:gs pos="0">
                  <a:schemeClr val="accent4"/>
                </a:gs>
                <a:gs pos="0">
                  <a:schemeClr val="accent3"/>
                </a:gs>
                <a:gs pos="74000">
                  <a:srgbClr val="FFFF00"/>
                </a:gs>
                <a:gs pos="83000">
                  <a:srgbClr val="FFFF00"/>
                </a:gs>
                <a:gs pos="100000">
                  <a:srgbClr val="FFFF00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5BCB6D0-0AF4-5245-DC63-18297A0C9BA0}"/>
              </a:ext>
            </a:extLst>
          </p:cNvPr>
          <p:cNvSpPr/>
          <p:nvPr/>
        </p:nvSpPr>
        <p:spPr>
          <a:xfrm>
            <a:off x="5191154" y="2980912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33E9FB7B-58AE-C1A9-2DA8-87809DF7369C}"/>
              </a:ext>
            </a:extLst>
          </p:cNvPr>
          <p:cNvGrpSpPr/>
          <p:nvPr/>
        </p:nvGrpSpPr>
        <p:grpSpPr>
          <a:xfrm rot="618438">
            <a:off x="1243476" y="4426392"/>
            <a:ext cx="1985749" cy="405073"/>
            <a:chOff x="2386918" y="5481723"/>
            <a:chExt cx="1985749" cy="405073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2D4AAE2E-AB57-CE90-028C-7E71AD0BC050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B5C3C24A-7D60-A525-E58A-D8AE94FABCD6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96D3EB6D-2B10-75AB-B089-73F613FB1501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5AFDE6E6-C196-06E7-0ADE-09A9003BE706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9F3DAFCA-967C-E44D-3962-ED1B7F0F6965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84E97AA7-6C31-3233-A238-D069970E5156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BB880138-F0D7-EE2D-A5A4-DF4BF70EAA99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6EC3FD6D-1C84-C112-B417-4312CF95F536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40A252EE-395F-0C12-1A7B-2FF9E5232649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743C5A4A-3865-FDFD-393E-B85375E9E6BE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DAA1528D-9348-AA51-115E-42726EE3ABAA}"/>
              </a:ext>
            </a:extLst>
          </p:cNvPr>
          <p:cNvGrpSpPr/>
          <p:nvPr/>
        </p:nvGrpSpPr>
        <p:grpSpPr>
          <a:xfrm>
            <a:off x="2365513" y="5055704"/>
            <a:ext cx="3034103" cy="993913"/>
            <a:chOff x="2365513" y="5055704"/>
            <a:chExt cx="3034103" cy="993913"/>
          </a:xfrm>
        </p:grpSpPr>
        <p:cxnSp>
          <p:nvCxnSpPr>
            <p:cNvPr id="210" name="연결선: 구부러짐 209">
              <a:extLst>
                <a:ext uri="{FF2B5EF4-FFF2-40B4-BE49-F238E27FC236}">
                  <a16:creationId xmlns:a16="http://schemas.microsoft.com/office/drawing/2014/main" id="{D31D74C5-1FF9-0521-F79B-C16D68A9CCD9}"/>
                </a:ext>
              </a:extLst>
            </p:cNvPr>
            <p:cNvCxnSpPr>
              <a:cxnSpLocks/>
            </p:cNvCxnSpPr>
            <p:nvPr/>
          </p:nvCxnSpPr>
          <p:spPr>
            <a:xfrm>
              <a:off x="2365513" y="5055704"/>
              <a:ext cx="1596887" cy="993913"/>
            </a:xfrm>
            <a:prstGeom prst="curvedConnector3">
              <a:avLst>
                <a:gd name="adj1" fmla="val -4772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6" name="연결선: 구부러짐 215">
              <a:extLst>
                <a:ext uri="{FF2B5EF4-FFF2-40B4-BE49-F238E27FC236}">
                  <a16:creationId xmlns:a16="http://schemas.microsoft.com/office/drawing/2014/main" id="{1F48240F-8C8A-5935-B891-E198F57AFA8A}"/>
                </a:ext>
              </a:extLst>
            </p:cNvPr>
            <p:cNvCxnSpPr/>
            <p:nvPr/>
          </p:nvCxnSpPr>
          <p:spPr>
            <a:xfrm flipV="1">
              <a:off x="3962400" y="5280991"/>
              <a:ext cx="1437216" cy="768626"/>
            </a:xfrm>
            <a:prstGeom prst="curvedConnector3">
              <a:avLst>
                <a:gd name="adj1" fmla="val 102558"/>
              </a:avLst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971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C5440-AE69-424B-FC51-5FC80766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FB8ADCB6-F4B8-C0B1-DE39-16FD433A533B}"/>
              </a:ext>
            </a:extLst>
          </p:cNvPr>
          <p:cNvGrpSpPr/>
          <p:nvPr/>
        </p:nvGrpSpPr>
        <p:grpSpPr>
          <a:xfrm rot="500924">
            <a:off x="2882090" y="1843868"/>
            <a:ext cx="1757149" cy="646374"/>
            <a:chOff x="2377838" y="2226290"/>
            <a:chExt cx="1757149" cy="64637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D734891-A38E-2822-3022-18873C9501A9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4CCAF29-C2D6-5A2C-140D-124234B71A71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8D52F82-961E-7470-3994-0C56385AF72C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CC33263-CFB7-8951-A64A-406A75CA54D0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41E182F-4DBB-16E1-D77C-8E3EEC8FEC2F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69EB8D3-29E6-279B-511C-6B722DE04BFB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6460583-8E37-C269-42A6-E6D1489BDFB0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9126DFA-8ED1-63D4-9C7E-D963C9397BE0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212D826-B3B8-8C0B-23D2-293CCC830B89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25AB06B-6D22-1DC6-E9E3-0EC4495FF104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B95A4D7-CD45-393C-EDDD-114503B034BE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7ADFD49-21FA-079B-FBEC-71894866F0CA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6229AEB-2BEB-D9AD-ABD7-6E59D707666B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687961B-B6DC-C29F-0889-5FB82C585593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AC0AE5A-4F66-31F9-1841-62A726565858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D6E4484-0238-15C2-C931-0E9DCF5CC1A5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A9115BB-9CD4-8758-4FAA-9EB0474195F2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BA1600B-F3EA-4C2B-A069-5C171D4C7AF6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F5C70F0-E0F5-46A2-A969-31A2892D3FD3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C010C5C-1D0B-32D6-5700-57B22779A848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FAACAB9-421E-6BBD-E26E-CBF4F97C4437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5A55EDF-D96D-67DD-7066-308998FB79E7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D97D73A-A809-181C-C446-52C259FE280C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5819753-794D-054B-90CE-1D48CF95D188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7C7C759-ADBC-62B5-2C9D-D085BC0F1998}"/>
              </a:ext>
            </a:extLst>
          </p:cNvPr>
          <p:cNvGrpSpPr/>
          <p:nvPr/>
        </p:nvGrpSpPr>
        <p:grpSpPr>
          <a:xfrm>
            <a:off x="4403913" y="2782626"/>
            <a:ext cx="1757149" cy="646374"/>
            <a:chOff x="2377838" y="2226290"/>
            <a:chExt cx="1757149" cy="64637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4D0F270-7360-ACF4-6C77-1F9029296FF0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CD34AFB-746C-348D-122B-E4FD8DAA016F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ECC074F-0A70-9B5B-BAAC-AD156E64D1D6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D3BF9A9-F3E2-8771-4526-021272E672FB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5DF2AB4-18B6-C6E9-7AE5-1ECB5BA14D20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E47AC52-6A18-934B-2ED2-5504508A8399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C04436D-0A20-A598-0A52-7F11BA4F6273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7F9720F-608C-EE95-3C86-A6E4584E17EC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B39B3F2-850B-39A6-44F9-D0089A3BA7FE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18B1633-E949-5D7E-7048-877F85898F09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23CED94-790D-C9C5-FCDA-9263CE0ACF2F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F25B684-E876-BEFE-910C-29D19C302D2C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6D1BB81-D80D-D359-BE6C-9B3B6E0913DF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5AFECFB-EC2D-785A-C97E-24115BE459CF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0A0889C-B6DC-BF79-1406-F981F0261FE3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B420854-6473-8BBC-B23D-87DA6ED56774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D144668-CA81-83A8-088D-88772E32D5C0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ABB1856-263A-5659-C8D0-4F33AA25C1F1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18459F9-1799-1EF8-0C43-FE938AC498D3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8CFC3A4-058D-CDE6-37B6-531813FE9826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DA6E1F1-7B6D-90FB-8049-F2696E0FBDA8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4E27EC3-89BE-61C1-A9F5-82FECB4D2035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E7C60D2-719D-5A9D-FC56-BF43286F07C4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6312980-2D7F-FDD2-C557-8E5C84D6A3A5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타원 78">
            <a:extLst>
              <a:ext uri="{FF2B5EF4-FFF2-40B4-BE49-F238E27FC236}">
                <a16:creationId xmlns:a16="http://schemas.microsoft.com/office/drawing/2014/main" id="{44DDE9E3-57A3-4FC7-3F32-0FD9BECB932E}"/>
              </a:ext>
            </a:extLst>
          </p:cNvPr>
          <p:cNvSpPr/>
          <p:nvPr/>
        </p:nvSpPr>
        <p:spPr>
          <a:xfrm>
            <a:off x="4646375" y="3848071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980B7BC-D32B-8B82-F467-A4F7591A15D1}"/>
              </a:ext>
            </a:extLst>
          </p:cNvPr>
          <p:cNvSpPr txBox="1"/>
          <p:nvPr/>
        </p:nvSpPr>
        <p:spPr>
          <a:xfrm>
            <a:off x="309985" y="190500"/>
            <a:ext cx="342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그랜드밤</a:t>
            </a:r>
            <a:r>
              <a:rPr lang="ko-KR" altLang="en-US" dirty="0"/>
              <a:t> </a:t>
            </a:r>
            <a:r>
              <a:rPr lang="en-US" altLang="ko-KR" dirty="0"/>
              <a:t>Scenario 2: </a:t>
            </a:r>
            <a:r>
              <a:rPr lang="ko-KR" altLang="en-US" dirty="0" err="1"/>
              <a:t>방패벽</a:t>
            </a:r>
            <a:endParaRPr lang="ko-KR" altLang="en-US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76E2A3C-6729-15CA-209C-0CBAED620354}"/>
              </a:ext>
            </a:extLst>
          </p:cNvPr>
          <p:cNvSpPr/>
          <p:nvPr/>
        </p:nvSpPr>
        <p:spPr>
          <a:xfrm>
            <a:off x="5110485" y="1807564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D0A0DD4-3162-CEF6-D31E-4C56C253778E}"/>
              </a:ext>
            </a:extLst>
          </p:cNvPr>
          <p:cNvGrpSpPr/>
          <p:nvPr/>
        </p:nvGrpSpPr>
        <p:grpSpPr>
          <a:xfrm rot="21099076" flipH="1">
            <a:off x="5950247" y="1853300"/>
            <a:ext cx="1757149" cy="646374"/>
            <a:chOff x="2377838" y="2226290"/>
            <a:chExt cx="1757149" cy="64637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02DBB8B-403D-033E-9B9B-DCC805792731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498C0F82-25D4-F638-DEF9-035F8DB6C30B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55BEE8F-6C27-1914-456D-5D30719FA51C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6231A34-6B2C-44A2-6778-4405DC6F33CA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9D3F16D3-E924-7080-33FF-BA456E8D9D56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630568-9BD7-F5AC-99F0-B181992E1B8F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30AC9F0-3552-F33F-94C4-848AE7238F83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149ADE3-98A3-5812-0732-0908162EF5BF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0546583-A1ED-B361-1989-9B3212697B7E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EF4880A4-E899-9B36-61F1-255442D8A680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BB02250-6CDC-A41E-85B7-C79437B2E20B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44C3EDA-A89E-F36A-6529-80A56EC6DDBD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E47074D-3124-6D76-2898-7764B9383A16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4289456-CF0C-C829-3DF6-0A1B2264C833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E71BFDAB-5D8C-3BE5-D2D3-D8EC56E7B2B6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E47457D-1462-7281-0F27-98BF3DD259CB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ABA030B-DAD0-DBAB-8373-85381FFB0C1D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755D43D-B947-7042-AC87-04E35EF85210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5D21AB06-7423-BC8E-9995-6CFFD62B9973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2E9DA7F-223F-1309-A4B0-A429086E8F49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A7BD9798-B292-8BCD-DDE4-12B317F18B53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E8F90A9B-63FA-BDA0-DA62-ACAB8B2B68DA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0600969A-DD59-5223-60E9-C9713B03A6FD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8FF44B2-14FC-FEE1-8B51-64AA1C8A3122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97AF3542-2F8D-614A-C30A-60D4FA310835}"/>
              </a:ext>
            </a:extLst>
          </p:cNvPr>
          <p:cNvGrpSpPr/>
          <p:nvPr/>
        </p:nvGrpSpPr>
        <p:grpSpPr>
          <a:xfrm rot="618438">
            <a:off x="1162172" y="4085806"/>
            <a:ext cx="1985749" cy="405073"/>
            <a:chOff x="2386918" y="5481723"/>
            <a:chExt cx="1985749" cy="405073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2C4FB828-5D7E-ACD0-B742-0CFD1ED5745A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6312C805-70E5-51B3-DAE7-471281191310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D45AAF5-6F6F-B42F-D89F-0D50F748A804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131E4186-F558-B06A-A866-051F0B7EE244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1B1B3888-5E75-11E2-3BFF-E4312A1F5CCD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EC4B0BDF-F48A-95B1-A7BA-285A6B542FF8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2B01A77-5C63-5E72-F02A-35571C6AB6F4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4A77664A-A158-2A9E-9FCE-2FA0559897B7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A340D5C1-5BE4-7A7D-B60A-C94A4605EF2E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9D5AB275-81E7-A9FE-E626-C8C64C4BAEBA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5426B0AD-2E8F-8DD6-2F1C-C1612C5B6696}"/>
              </a:ext>
            </a:extLst>
          </p:cNvPr>
          <p:cNvGrpSpPr/>
          <p:nvPr/>
        </p:nvGrpSpPr>
        <p:grpSpPr>
          <a:xfrm>
            <a:off x="2284209" y="4715118"/>
            <a:ext cx="3034103" cy="993913"/>
            <a:chOff x="2365513" y="5055704"/>
            <a:chExt cx="3034103" cy="993913"/>
          </a:xfrm>
        </p:grpSpPr>
        <p:cxnSp>
          <p:nvCxnSpPr>
            <p:cNvPr id="118" name="연결선: 구부러짐 117">
              <a:extLst>
                <a:ext uri="{FF2B5EF4-FFF2-40B4-BE49-F238E27FC236}">
                  <a16:creationId xmlns:a16="http://schemas.microsoft.com/office/drawing/2014/main" id="{316A5A47-76BD-92FF-C74B-5E81E3DA4F77}"/>
                </a:ext>
              </a:extLst>
            </p:cNvPr>
            <p:cNvCxnSpPr>
              <a:cxnSpLocks/>
            </p:cNvCxnSpPr>
            <p:nvPr/>
          </p:nvCxnSpPr>
          <p:spPr>
            <a:xfrm>
              <a:off x="2365513" y="5055704"/>
              <a:ext cx="1596887" cy="993913"/>
            </a:xfrm>
            <a:prstGeom prst="curvedConnector3">
              <a:avLst>
                <a:gd name="adj1" fmla="val -4772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9" name="연결선: 구부러짐 118">
              <a:extLst>
                <a:ext uri="{FF2B5EF4-FFF2-40B4-BE49-F238E27FC236}">
                  <a16:creationId xmlns:a16="http://schemas.microsoft.com/office/drawing/2014/main" id="{090F4098-AEFB-CC0D-8D8F-4B99FE8E9E06}"/>
                </a:ext>
              </a:extLst>
            </p:cNvPr>
            <p:cNvCxnSpPr/>
            <p:nvPr/>
          </p:nvCxnSpPr>
          <p:spPr>
            <a:xfrm flipV="1">
              <a:off x="3962400" y="5280991"/>
              <a:ext cx="1437216" cy="768626"/>
            </a:xfrm>
            <a:prstGeom prst="curvedConnector3">
              <a:avLst>
                <a:gd name="adj1" fmla="val 102558"/>
              </a:avLst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358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5532E-9520-F8BA-55E6-32CEEE8D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타원 78">
            <a:extLst>
              <a:ext uri="{FF2B5EF4-FFF2-40B4-BE49-F238E27FC236}">
                <a16:creationId xmlns:a16="http://schemas.microsoft.com/office/drawing/2014/main" id="{7E3DA6F9-1EAD-070C-AEC0-5720E72B85EE}"/>
              </a:ext>
            </a:extLst>
          </p:cNvPr>
          <p:cNvSpPr/>
          <p:nvPr/>
        </p:nvSpPr>
        <p:spPr>
          <a:xfrm>
            <a:off x="7187319" y="412750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50706D-F56B-FBEA-D384-4D5B80B804F1}"/>
              </a:ext>
            </a:extLst>
          </p:cNvPr>
          <p:cNvSpPr txBox="1"/>
          <p:nvPr/>
        </p:nvSpPr>
        <p:spPr>
          <a:xfrm>
            <a:off x="309984" y="190500"/>
            <a:ext cx="41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이시스</a:t>
            </a:r>
            <a:r>
              <a:rPr lang="ko-KR" altLang="en-US" dirty="0"/>
              <a:t> </a:t>
            </a:r>
            <a:r>
              <a:rPr lang="en-US" altLang="ko-KR" dirty="0"/>
              <a:t>Scenario 1: </a:t>
            </a:r>
            <a:r>
              <a:rPr lang="ko-KR" altLang="en-US" dirty="0"/>
              <a:t>쐐기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41C69E2-89B2-5C96-D188-8169748B4A46}"/>
              </a:ext>
            </a:extLst>
          </p:cNvPr>
          <p:cNvSpPr/>
          <p:nvPr/>
        </p:nvSpPr>
        <p:spPr>
          <a:xfrm>
            <a:off x="2014270" y="4024029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710E6DF-15DB-4A75-0AA4-69714DDE6C4A}"/>
              </a:ext>
            </a:extLst>
          </p:cNvPr>
          <p:cNvGrpSpPr/>
          <p:nvPr/>
        </p:nvGrpSpPr>
        <p:grpSpPr>
          <a:xfrm rot="2376667">
            <a:off x="3130798" y="2341033"/>
            <a:ext cx="1770561" cy="887675"/>
            <a:chOff x="4403913" y="2541325"/>
            <a:chExt cx="1770561" cy="88767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EDA172A-3ACB-A104-2858-3685A7D8A8A5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A23400F-56B1-8E1E-0DD7-9C65F28CA7A4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54AB05E-A27F-7002-04C7-DB6F029A4638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9F01441-9480-921A-73BE-7C24CDCA3D85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E7BD9C6-2EA2-4670-C27C-FE7ACAA840D1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4737C2D-0216-7CC4-643E-1CE0D0973548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DD8BBBC-085F-F25E-8D71-3AF6726DE9B0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9178EA5-31A0-9BEA-E11C-AE115B061486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E0902DC-BC1D-36F0-D6A4-B612C2B01C0B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D64A6E8-42E2-1D26-8EAE-ABB8FC17F7D1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05CB0ED-0D3F-F53A-32C4-8923C47F98FD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EF24961-3351-5A26-C912-1C8774B25340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E9F2812-4C68-0FBD-5628-8C510C153047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E99E033-F369-75C6-D81A-CFB65AC11DC1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BD2DFF7-4C82-D43A-59A5-7A2C429321DD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C6EFA88-B600-B8E7-1959-AAD6101AA6C0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FDFDC68-F9A2-6E8B-D7C8-BB32246C04ED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97BA318-CD60-221C-0E41-839AACDBDC96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C824D110-EDA6-FDF8-C067-D62F162983AE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416AF92-65E9-B180-C62A-47D83094D7D5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93D35DC6-4EB4-50E8-7C99-14BCFB017639}"/>
              </a:ext>
            </a:extLst>
          </p:cNvPr>
          <p:cNvCxnSpPr/>
          <p:nvPr/>
        </p:nvCxnSpPr>
        <p:spPr>
          <a:xfrm flipH="1">
            <a:off x="3110092" y="3242014"/>
            <a:ext cx="515201" cy="622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2279BB0-ACC8-47F2-2433-8E94E2465042}"/>
              </a:ext>
            </a:extLst>
          </p:cNvPr>
          <p:cNvSpPr/>
          <p:nvPr/>
        </p:nvSpPr>
        <p:spPr>
          <a:xfrm rot="882039">
            <a:off x="1055289" y="3772099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429BF63-AF78-5906-EEDB-C7240C724B32}"/>
              </a:ext>
            </a:extLst>
          </p:cNvPr>
          <p:cNvGrpSpPr/>
          <p:nvPr/>
        </p:nvGrpSpPr>
        <p:grpSpPr>
          <a:xfrm rot="19477916">
            <a:off x="5533289" y="2786420"/>
            <a:ext cx="1770561" cy="887675"/>
            <a:chOff x="4403913" y="2541325"/>
            <a:chExt cx="1770561" cy="88767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2FC4A3-18A8-F739-75B3-BB7E8D1D49FD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47066BA-63AA-D623-9D6B-125A3D825484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9F438CC-FA2A-B4A7-F618-758978A67F78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535D953-4C43-D612-5911-E8C0759B3906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E215FDB-059E-584C-26A6-E20090EAA02A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9E0D297-879F-58A5-1A98-11D38FA1B353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51A7447-3C00-E892-CCD8-C49BD917E32F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96CB0A1-22E8-95EE-493B-DBF531BDDA5D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452751B-D774-7079-8668-7CB52900C0CC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217C26-B510-95F3-81BB-BB26F83B00C0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7F506D3-CC7A-2AA7-C0C5-05948CAB6D0D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2B4AEB3-31AC-2BF1-2215-A435CDA777A2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EDC9316-7A2C-C685-455C-D2A61F9CAEFF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7248445-F989-2B4B-491B-027BB07C811A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25145B5-C116-B970-3A8D-3B26B8589544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281A58C-5498-3192-A483-83CD1D200A79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FF11B64-0843-8D33-1D88-83C9F0FE86B7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7792964-3651-45DE-3126-07662F9595AA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5556ECB-90CE-E79F-3FDD-BD9AFB839A6F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7593D7B-8E7F-5204-A909-DC4D4D317F73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D8E4D57-5985-875B-469A-CFA9D31D92BC}"/>
              </a:ext>
            </a:extLst>
          </p:cNvPr>
          <p:cNvCxnSpPr>
            <a:cxnSpLocks/>
          </p:cNvCxnSpPr>
          <p:nvPr/>
        </p:nvCxnSpPr>
        <p:spPr>
          <a:xfrm>
            <a:off x="6755583" y="3772099"/>
            <a:ext cx="374087" cy="408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4E79DED-B53D-3A22-B397-CE277020C310}"/>
              </a:ext>
            </a:extLst>
          </p:cNvPr>
          <p:cNvGrpSpPr/>
          <p:nvPr/>
        </p:nvGrpSpPr>
        <p:grpSpPr>
          <a:xfrm rot="4455978">
            <a:off x="8122768" y="2565502"/>
            <a:ext cx="1985749" cy="405073"/>
            <a:chOff x="2386918" y="5481723"/>
            <a:chExt cx="1985749" cy="405073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8021AFF-E811-901E-4E00-E9DA57DB3A63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7CF9171-F3CC-23A8-2F36-728BF9A5F9A2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053D029-303F-7477-339E-047709F908BE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8625975-1F73-7CA1-82AA-212B731AF6D2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680A1A7-E00B-D6C3-651B-A674AA192150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63C66F-34E9-8FF6-1239-AAC8570E5F53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F58B50F-6553-19CD-17A3-AEC1BA784D43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DC41EC7-957B-3E1D-D44D-8795AEF665B4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3A148AD-4F2E-32D7-4814-60C5B11C3B5C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94292D1-A14E-5A96-58CC-9195B542C2C2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3BF7C3D-164A-B17C-457B-28290C174F02}"/>
              </a:ext>
            </a:extLst>
          </p:cNvPr>
          <p:cNvGrpSpPr/>
          <p:nvPr/>
        </p:nvGrpSpPr>
        <p:grpSpPr>
          <a:xfrm rot="17144022" flipH="1">
            <a:off x="619266" y="2485012"/>
            <a:ext cx="1985749" cy="405073"/>
            <a:chOff x="2386918" y="5481723"/>
            <a:chExt cx="1985749" cy="40507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7486C57-4B8E-FEA4-1E0B-AC6628F2604C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385AF6C-E29C-8394-0E3F-D4A2635EDE9B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F66EACBF-AD67-D3E3-43AB-F3CFAB010AB2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86D567B-3A6B-2887-3FF3-30EBAA079DC5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F2E4D1B-A5FC-48F4-2711-B734932B75DD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D442F37-E2AA-AE02-59F2-FC213EEED5A5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45E6EDB0-80FC-FF08-7EBF-059D0DD89DA7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B9FEC75-F9B4-ECCB-60D3-F9C3C5703836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7F6153E-D38A-2D52-70A3-29E7A8B2C136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AF624E2-B686-CA83-70B4-7A48A1DE1F0D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4DD05274-2E81-2B4F-01A7-659E2E9686F4}"/>
              </a:ext>
            </a:extLst>
          </p:cNvPr>
          <p:cNvCxnSpPr>
            <a:cxnSpLocks/>
          </p:cNvCxnSpPr>
          <p:nvPr/>
        </p:nvCxnSpPr>
        <p:spPr>
          <a:xfrm flipH="1">
            <a:off x="1055289" y="4282548"/>
            <a:ext cx="128800" cy="440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2A32003E-454B-1E9D-2F16-C77C16C6C24B}"/>
              </a:ext>
            </a:extLst>
          </p:cNvPr>
          <p:cNvCxnSpPr>
            <a:cxnSpLocks/>
          </p:cNvCxnSpPr>
          <p:nvPr/>
        </p:nvCxnSpPr>
        <p:spPr>
          <a:xfrm>
            <a:off x="9436541" y="3857149"/>
            <a:ext cx="257601" cy="812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71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CDA1-A434-9FDF-5CE7-02A93B16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타원 78">
            <a:extLst>
              <a:ext uri="{FF2B5EF4-FFF2-40B4-BE49-F238E27FC236}">
                <a16:creationId xmlns:a16="http://schemas.microsoft.com/office/drawing/2014/main" id="{3E00BFAB-5878-CFF1-7F11-EE6C859E365F}"/>
              </a:ext>
            </a:extLst>
          </p:cNvPr>
          <p:cNvSpPr/>
          <p:nvPr/>
        </p:nvSpPr>
        <p:spPr>
          <a:xfrm>
            <a:off x="5962004" y="299720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62A8A7-9A2C-110E-ADB6-32BFF7F20C84}"/>
              </a:ext>
            </a:extLst>
          </p:cNvPr>
          <p:cNvSpPr txBox="1"/>
          <p:nvPr/>
        </p:nvSpPr>
        <p:spPr>
          <a:xfrm>
            <a:off x="309984" y="190500"/>
            <a:ext cx="41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이시스</a:t>
            </a:r>
            <a:r>
              <a:rPr lang="ko-KR" altLang="en-US" dirty="0"/>
              <a:t> </a:t>
            </a:r>
            <a:r>
              <a:rPr lang="en-US" altLang="ko-KR" dirty="0"/>
              <a:t>Scenario 2: </a:t>
            </a:r>
            <a:r>
              <a:rPr lang="ko-KR" altLang="en-US" dirty="0"/>
              <a:t>쐐기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8DB5E189-B290-27EF-C532-29FE63EA077C}"/>
              </a:ext>
            </a:extLst>
          </p:cNvPr>
          <p:cNvSpPr/>
          <p:nvPr/>
        </p:nvSpPr>
        <p:spPr>
          <a:xfrm>
            <a:off x="2404600" y="2980532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EEE961D-90F4-1DE1-742A-215258000141}"/>
              </a:ext>
            </a:extLst>
          </p:cNvPr>
          <p:cNvGrpSpPr/>
          <p:nvPr/>
        </p:nvGrpSpPr>
        <p:grpSpPr>
          <a:xfrm rot="11789825">
            <a:off x="1542224" y="5050102"/>
            <a:ext cx="1770561" cy="887675"/>
            <a:chOff x="4403913" y="2541325"/>
            <a:chExt cx="1770561" cy="88767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D9DAF795-A3EC-79D6-4CD6-3403FAF176DE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A18E259-96B2-22AB-FA1C-B1F178E0DDDA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7B7FAE4-B117-95FF-E87F-E1831C630791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930680B-E7AF-7F70-DC4B-3342BF906A6A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82249F4-505B-7842-5B21-CEBD54553E4D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9FD28A1-FC9C-0503-D750-ACD15CE5F921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CA55E65-24EB-AA35-D864-EF32EEF91700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10A0EFF-D7AF-26C6-9B7E-C74DD19026AA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2CD22FC-5624-A4E9-5252-0EA14BEF00E4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FFAF595-F9ED-9B5C-F0F2-D944D010C42E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930BFF7-DED5-D1FC-C09E-671538649924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AA0AA0E-7EFF-B2DA-E0F8-005DC69E4E78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FFE1E35-918D-613D-FCBC-663B3D6742F9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97B87DF-3696-A4D5-88C0-CF181E58A93B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5A3C7DD-5363-BF0B-7811-C02CF9E02195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78AD458-D297-A6AF-2E16-35615CCA93D6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AD014FF-846B-F6DE-6F1E-242F8A5B2A3E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8959C9F-2B40-9397-6BF6-DD7220C611AF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B3116254-22D5-52B1-930D-015947347753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67A4BF3-AC1C-5596-C7BC-D97ACB0FF43B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72C26338-6DC5-7CA3-3DE1-5B3A372A1C5B}"/>
              </a:ext>
            </a:extLst>
          </p:cNvPr>
          <p:cNvCxnSpPr>
            <a:cxnSpLocks/>
          </p:cNvCxnSpPr>
          <p:nvPr/>
        </p:nvCxnSpPr>
        <p:spPr>
          <a:xfrm flipV="1">
            <a:off x="2577789" y="4012001"/>
            <a:ext cx="317688" cy="946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1BF4872-E8FA-AACA-0CDB-CF764A15C0E3}"/>
              </a:ext>
            </a:extLst>
          </p:cNvPr>
          <p:cNvSpPr/>
          <p:nvPr/>
        </p:nvSpPr>
        <p:spPr>
          <a:xfrm rot="882039">
            <a:off x="2427491" y="4633421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2EBC111-3482-B7CF-A565-692D6ABC4606}"/>
              </a:ext>
            </a:extLst>
          </p:cNvPr>
          <p:cNvGrpSpPr/>
          <p:nvPr/>
        </p:nvGrpSpPr>
        <p:grpSpPr>
          <a:xfrm rot="9001456">
            <a:off x="6729002" y="4898897"/>
            <a:ext cx="1770561" cy="887675"/>
            <a:chOff x="4403913" y="2541325"/>
            <a:chExt cx="1770561" cy="88767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53CF23A-B1CE-DC3B-D4AB-C2F2872F77DA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76B181-DC7B-E2A8-B02A-7FD9F4DBA4B2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03325C5-6A3D-A1DB-5748-558E13C17FA7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4057D42-D9FF-2F40-25A0-FDA92B12EE43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7E4649C-3A80-2146-9312-60778A3FDA43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A37603D-0A22-0F12-3E78-A0F646A3867B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1922E3-A16F-98B5-92AD-3E1FCC4B0B57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D5C927B-B5B1-6B17-F0A5-1656EB6AABB2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D69FA4-CC9C-DB13-566B-65F03130EB4A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D20BB0E-1452-5B4A-3634-A231E8D632E6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EF916A7-61BA-C928-6086-5A2BBE891529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0574598-9ABF-DE25-8BE5-7E5BE2709F85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613F7B7-DD9B-CED0-86AE-FB193F539967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B719E4B-1C1C-5CCA-3AC0-E6067B5D7048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2FE3AF4-59A5-A0A5-03D2-E83130A000A3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94214E-4372-5844-E96C-2A2636F0F50D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F5EA1E1-CC0D-4676-BBE0-F896A114DF6E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4709123-5281-9C92-DD9E-5D972387E482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A8CBE99-558B-B171-1CCB-057F55F10AD3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34C92CD-B6D7-7EF0-E13C-FEDE8E588974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E59374D-286C-14E5-7CD1-BC5ABF7533DB}"/>
              </a:ext>
            </a:extLst>
          </p:cNvPr>
          <p:cNvCxnSpPr>
            <a:cxnSpLocks/>
          </p:cNvCxnSpPr>
          <p:nvPr/>
        </p:nvCxnSpPr>
        <p:spPr>
          <a:xfrm flipH="1" flipV="1">
            <a:off x="6930886" y="4069823"/>
            <a:ext cx="409351" cy="797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E78099E-2908-DFD3-DB9E-002BBC0BF6E7}"/>
              </a:ext>
            </a:extLst>
          </p:cNvPr>
          <p:cNvGrpSpPr/>
          <p:nvPr/>
        </p:nvGrpSpPr>
        <p:grpSpPr>
          <a:xfrm rot="7964899">
            <a:off x="4979230" y="1967638"/>
            <a:ext cx="1985749" cy="405073"/>
            <a:chOff x="2386918" y="5481723"/>
            <a:chExt cx="1985749" cy="405073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0F26843-74B9-819E-CFC6-A0AD91B81970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F9F1E7B-9576-DE50-17C8-72FE0CAA05FB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62C38B8-76A1-7F56-5ED9-D4D62E9CF592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5997923-BE3D-B49E-3D63-E0654950E520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4501D67-C1A4-9C00-AF06-3B0039D917D1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4AF4FA5-538D-37D2-52EC-B56F5998F213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A4A095B-AD01-40CC-1DE4-C00FAA6E0392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84C30E5-D4F7-6219-C18F-477E84DFF205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0654604-57DF-B16A-440A-757FDE60DC74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FE6E12CE-7D0C-73ED-2DFD-13A558260B14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EBF4646-F1B7-9A48-1A3A-85B78A2B4CAD}"/>
              </a:ext>
            </a:extLst>
          </p:cNvPr>
          <p:cNvGrpSpPr/>
          <p:nvPr/>
        </p:nvGrpSpPr>
        <p:grpSpPr>
          <a:xfrm rot="13887334" flipH="1">
            <a:off x="2611273" y="1931467"/>
            <a:ext cx="1985749" cy="405073"/>
            <a:chOff x="2386918" y="5481723"/>
            <a:chExt cx="1985749" cy="40507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FFBE0AB-F11B-362C-88EA-E7A78A54BE7D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981B166-33F0-822D-1A4C-D5419C806A81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7568D14-1A24-03B6-5323-BFAC7BC60621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06E9983-F6EF-D3C7-39AE-1F00FEFA7961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55D6D5D1-A61C-206D-BF16-95936FE166B7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4C8C828-30CF-EBC4-F131-4636E448EA12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92C64652-B1DD-B610-17CE-84A6457996E0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90B450E-C772-0752-2C77-C06D379A0E7D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2157658B-8A6E-F6EA-2B24-E2468E59B366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102E1F29-51DB-CB88-0541-C2516626515B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46E319CE-8CCD-5C26-E803-0ABA72FB8BDE}"/>
              </a:ext>
            </a:extLst>
          </p:cNvPr>
          <p:cNvCxnSpPr>
            <a:cxnSpLocks/>
          </p:cNvCxnSpPr>
          <p:nvPr/>
        </p:nvCxnSpPr>
        <p:spPr>
          <a:xfrm flipV="1">
            <a:off x="6736736" y="953590"/>
            <a:ext cx="425634" cy="41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32AF5EB-7419-8178-3931-D9EF1DFEAC5A}"/>
              </a:ext>
            </a:extLst>
          </p:cNvPr>
          <p:cNvCxnSpPr>
            <a:cxnSpLocks/>
          </p:cNvCxnSpPr>
          <p:nvPr/>
        </p:nvCxnSpPr>
        <p:spPr>
          <a:xfrm flipH="1" flipV="1">
            <a:off x="2485665" y="849830"/>
            <a:ext cx="425634" cy="41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950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2546-FF07-A717-4A24-64590E7F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F2FFC8D0-1DF4-17DB-9E65-C5553F0F8449}"/>
              </a:ext>
            </a:extLst>
          </p:cNvPr>
          <p:cNvGrpSpPr/>
          <p:nvPr/>
        </p:nvGrpSpPr>
        <p:grpSpPr>
          <a:xfrm rot="19968741">
            <a:off x="2132686" y="3444015"/>
            <a:ext cx="1757149" cy="646374"/>
            <a:chOff x="2377838" y="2226290"/>
            <a:chExt cx="1757149" cy="64637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9E9552D-85F9-2D44-9C02-1F921B540EF6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50C5687-BCAC-53E6-9BCE-2F8156C5BF6E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259FF61-9074-662A-CB04-37D7032EB825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4C9990C-2FD3-4802-6E2D-FF1ABD9FCCEC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21F6781-340C-5757-34E8-A1FF88338F55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46F9DDA-0B92-BE19-5639-A01DEC47FC58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2E0153E-8DCA-EB3F-3EB2-4A3BD0BAE94C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1B1F88A-0D48-9D7A-89FC-95423F226CCB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944D22E-D49E-1E44-0EA4-79DC606171CF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159D101-78DB-7223-6804-3376E491F4EC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4C6CBAB-2471-F905-6398-DEEFE1C2DD57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BA3E9FF-ACD9-0D76-2833-F4EEA3528046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290C3BF-0363-13ED-6C2F-6ABB5D0A052D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3825FA6-9E48-9C04-740B-2004399DFE04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76CE071-781E-E5FF-F758-32A746B5C9A8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53FA8C0-DABE-D531-A5C3-A11CA0213374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5F8D763-6EEC-9494-DD25-944B9A905D65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FEA919E-E704-A85E-C7B4-6752CB27FBCD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5FA247E-4430-5305-725E-BD3EE85BC581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11C5801-E392-E268-37B9-5B8D6E6F25BF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D296870-FBDA-53F6-E162-489952F79521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C327636-2F25-1810-517F-34F54EE63155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73D0D04-CD21-1AEB-6C46-CEC7EA3FD0FC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14A1F7E-B342-49D8-CD3F-D0B3DC412D1F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7233144-7CB0-10F1-E268-636E5C517FB2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버드이터</a:t>
            </a:r>
            <a:r>
              <a:rPr lang="ko-KR" altLang="en-US" dirty="0"/>
              <a:t> </a:t>
            </a:r>
            <a:r>
              <a:rPr lang="en-US" altLang="ko-KR" dirty="0"/>
              <a:t>Scenario 1: </a:t>
            </a:r>
            <a:r>
              <a:rPr lang="ko-KR" altLang="en-US" dirty="0" err="1"/>
              <a:t>방패벽</a:t>
            </a:r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20ED7852-73AC-6D74-EC3F-161EEB3F9C78}"/>
              </a:ext>
            </a:extLst>
          </p:cNvPr>
          <p:cNvSpPr/>
          <p:nvPr/>
        </p:nvSpPr>
        <p:spPr>
          <a:xfrm>
            <a:off x="4952966" y="4759524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5A9DCCC-A770-9FF9-58C5-2234C6EEFDB3}"/>
              </a:ext>
            </a:extLst>
          </p:cNvPr>
          <p:cNvGrpSpPr/>
          <p:nvPr/>
        </p:nvGrpSpPr>
        <p:grpSpPr>
          <a:xfrm flipH="1">
            <a:off x="4741402" y="2949901"/>
            <a:ext cx="1757149" cy="646374"/>
            <a:chOff x="2377838" y="2226290"/>
            <a:chExt cx="1757149" cy="64637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91BBBDC-7400-741E-558F-B5F71B76CA02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3E405E3-A847-A5DC-9987-880FA83B2487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40F234B-A589-D023-8A21-EFF4D2870953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91D6754-4CB4-6923-F2A3-B04CD3214749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529F44F-47CA-9675-4B41-4553BFAB021D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228DDA0-429B-90A7-3872-0D16BF720B07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6049492-4480-45C1-F170-0303DA261AD9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1708834A-BF71-AC83-B008-9B74D42619EC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AF71715-A2C7-D453-FFF4-4EBBCD78E95C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D803953-A295-DC0B-1FD5-76C450A1DF62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DD43B95-1BE9-92EE-025A-D07AB09BD49A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E655D7B-6B57-4BC0-7104-1BAE937F3B8E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006A952-5B59-A0B0-2A6D-D687510EABF5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77843EF-C25F-3CE0-E2FE-0438C5179B74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A98FCB8-3E8B-35CB-C4BF-D6C154FBD926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79EFE7C8-D331-0B26-AB5F-DDBE2D8B1686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64106D8-F176-4A3E-DD42-F655283A8AB3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121E622C-9847-968F-8FB3-E98FDEB537F5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5F05444B-E46E-117B-2FB5-E6C9F4B3D48C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F7793F9E-622B-A986-F8E9-CD3EEE1C3BF1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6DD462E1-3BD9-F7C4-1543-98535036141F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1CBAB917-FF58-7388-7A30-D39D3F94CCB0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53891EF5-235F-F55D-B99A-CF7E87620CDB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17F97D6-25DD-2845-90ED-104F7DE3DA10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0A48836-5346-3E03-56CB-5679DABD3681}"/>
              </a:ext>
            </a:extLst>
          </p:cNvPr>
          <p:cNvGrpSpPr/>
          <p:nvPr/>
        </p:nvGrpSpPr>
        <p:grpSpPr>
          <a:xfrm>
            <a:off x="4199764" y="2164209"/>
            <a:ext cx="2990979" cy="343679"/>
            <a:chOff x="4140129" y="375166"/>
            <a:chExt cx="2990979" cy="343679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521F7172-D411-90A6-0FDF-4294B08581B3}"/>
                </a:ext>
              </a:extLst>
            </p:cNvPr>
            <p:cNvSpPr/>
            <p:nvPr/>
          </p:nvSpPr>
          <p:spPr>
            <a:xfrm>
              <a:off x="4140129" y="51979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E9C280E0-38F6-74A1-420F-3DC49D0094D5}"/>
                </a:ext>
              </a:extLst>
            </p:cNvPr>
            <p:cNvSpPr/>
            <p:nvPr/>
          </p:nvSpPr>
          <p:spPr>
            <a:xfrm>
              <a:off x="4589657" y="375166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553FA153-8961-6BE8-565F-EE4A1B905B0F}"/>
                </a:ext>
              </a:extLst>
            </p:cNvPr>
            <p:cNvSpPr/>
            <p:nvPr/>
          </p:nvSpPr>
          <p:spPr>
            <a:xfrm>
              <a:off x="5072018" y="54153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5626DB87-6C7E-D416-A82D-8E2129638C47}"/>
                </a:ext>
              </a:extLst>
            </p:cNvPr>
            <p:cNvSpPr/>
            <p:nvPr/>
          </p:nvSpPr>
          <p:spPr>
            <a:xfrm>
              <a:off x="5550612" y="38641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13276313-CAFD-4BAE-083A-5F708EA2800C}"/>
                </a:ext>
              </a:extLst>
            </p:cNvPr>
            <p:cNvSpPr/>
            <p:nvPr/>
          </p:nvSpPr>
          <p:spPr>
            <a:xfrm>
              <a:off x="6003907" y="555072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838E5674-ED05-1F1D-0677-9640AB649873}"/>
                </a:ext>
              </a:extLst>
            </p:cNvPr>
            <p:cNvSpPr/>
            <p:nvPr/>
          </p:nvSpPr>
          <p:spPr>
            <a:xfrm>
              <a:off x="6482501" y="385570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DCE0860-46E0-8131-EF75-E4A36563EB9A}"/>
                </a:ext>
              </a:extLst>
            </p:cNvPr>
            <p:cNvSpPr/>
            <p:nvPr/>
          </p:nvSpPr>
          <p:spPr>
            <a:xfrm>
              <a:off x="6974159" y="555072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5CE0C79-E2D1-3694-8C9C-998918DBD264}"/>
              </a:ext>
            </a:extLst>
          </p:cNvPr>
          <p:cNvSpPr/>
          <p:nvPr/>
        </p:nvSpPr>
        <p:spPr>
          <a:xfrm>
            <a:off x="5482702" y="1476790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7181CE-A777-C29D-E3BA-3E17C3D0314B}"/>
              </a:ext>
            </a:extLst>
          </p:cNvPr>
          <p:cNvGrpSpPr/>
          <p:nvPr/>
        </p:nvGrpSpPr>
        <p:grpSpPr>
          <a:xfrm rot="1379254" flipH="1">
            <a:off x="7491228" y="3400475"/>
            <a:ext cx="1757149" cy="646374"/>
            <a:chOff x="2377838" y="2226290"/>
            <a:chExt cx="1757149" cy="6463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6B2B043-798A-993B-407D-9FB72D0C76D1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C0000AD-8928-E929-2EF6-785E1CB4C521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17A62AA-D112-B459-B582-746846FBE481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CB581E3-947B-23E7-1604-AAED1DA0CA76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9179F8A-B8C8-C7AC-67B2-84C7419D23E4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5B537C4-4381-C987-E8C6-1FFE5333F45D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3ADAD98-0956-8D70-0787-5036BACA161C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58D98A-26B0-8C69-6C55-9A5F0D603B46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F267160-B434-CFF0-B101-5BEC1613E0D8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2AA7784-61CB-42C6-F0DC-E48980246F55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8BBFDD6-A306-4621-660A-01042EE975A5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B623C09-5D3E-A42B-69F9-979FFD69DE03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913D9F1-A845-10F2-6BF6-14EDDA55EE69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9221DFC-99C1-0632-6F4C-D00183EC5717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05655DD-C96F-E0D4-55DF-D578E7F7E925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75F0271-65A5-853B-1AA2-2C492CF065EA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8D1CE0B-EEA0-42DB-6D1A-89072E7A9D74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321F03F-44E0-8C28-BC26-E8BEA3C72DC7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4DE0CF1-C4D3-9F9E-5164-1A4BDC3DA8C4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534AA4F-D7B9-98F8-2B1D-DD5B79295260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DFD3AE9-11F2-FDC1-29FE-C00B125F91E1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D589597-3229-61BF-F0F0-BA73D176B6FF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9C0FFEB-0DAF-49E5-92AA-4F93664B0E77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59625AC-E6BD-52B9-DD5C-A0DF8C6A4226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FC180C7-82CF-75B6-1254-439E42DFE61E}"/>
              </a:ext>
            </a:extLst>
          </p:cNvPr>
          <p:cNvGrpSpPr/>
          <p:nvPr/>
        </p:nvGrpSpPr>
        <p:grpSpPr>
          <a:xfrm rot="19839656">
            <a:off x="959607" y="2886454"/>
            <a:ext cx="2990979" cy="343679"/>
            <a:chOff x="4140129" y="375166"/>
            <a:chExt cx="2990979" cy="343679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56BD3DB-00CB-967E-3F42-883DC1B2F7FD}"/>
                </a:ext>
              </a:extLst>
            </p:cNvPr>
            <p:cNvSpPr/>
            <p:nvPr/>
          </p:nvSpPr>
          <p:spPr>
            <a:xfrm>
              <a:off x="4140129" y="51979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31A5EB63-4465-94E0-D5DA-A6DB454F166A}"/>
                </a:ext>
              </a:extLst>
            </p:cNvPr>
            <p:cNvSpPr/>
            <p:nvPr/>
          </p:nvSpPr>
          <p:spPr>
            <a:xfrm>
              <a:off x="4589657" y="375166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8E79C9D3-227C-8143-BDC6-291F257998AE}"/>
                </a:ext>
              </a:extLst>
            </p:cNvPr>
            <p:cNvSpPr/>
            <p:nvPr/>
          </p:nvSpPr>
          <p:spPr>
            <a:xfrm>
              <a:off x="5072018" y="54153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57A03D35-0A78-9AB9-4333-FAD7A76640DD}"/>
                </a:ext>
              </a:extLst>
            </p:cNvPr>
            <p:cNvSpPr/>
            <p:nvPr/>
          </p:nvSpPr>
          <p:spPr>
            <a:xfrm>
              <a:off x="5550612" y="38641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DF79E72-C2A0-6A75-659E-7265FFFF41F2}"/>
                </a:ext>
              </a:extLst>
            </p:cNvPr>
            <p:cNvSpPr/>
            <p:nvPr/>
          </p:nvSpPr>
          <p:spPr>
            <a:xfrm>
              <a:off x="6003907" y="555072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4F97006-9376-B5CF-81DD-ED5D0A610290}"/>
                </a:ext>
              </a:extLst>
            </p:cNvPr>
            <p:cNvSpPr/>
            <p:nvPr/>
          </p:nvSpPr>
          <p:spPr>
            <a:xfrm>
              <a:off x="6482501" y="385570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1EB74FF-88B4-AA63-20AF-602183DD48C4}"/>
                </a:ext>
              </a:extLst>
            </p:cNvPr>
            <p:cNvSpPr/>
            <p:nvPr/>
          </p:nvSpPr>
          <p:spPr>
            <a:xfrm>
              <a:off x="6974159" y="555072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F92DC759-6B73-A303-138E-CF320CF86DD9}"/>
              </a:ext>
            </a:extLst>
          </p:cNvPr>
          <p:cNvGrpSpPr/>
          <p:nvPr/>
        </p:nvGrpSpPr>
        <p:grpSpPr>
          <a:xfrm rot="1760344" flipH="1">
            <a:off x="7413415" y="2912958"/>
            <a:ext cx="2990979" cy="343679"/>
            <a:chOff x="4140129" y="375166"/>
            <a:chExt cx="2990979" cy="343679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3F09CF5C-228F-1D17-671A-7E9F0870222D}"/>
                </a:ext>
              </a:extLst>
            </p:cNvPr>
            <p:cNvSpPr/>
            <p:nvPr/>
          </p:nvSpPr>
          <p:spPr>
            <a:xfrm>
              <a:off x="4140129" y="51979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AFB2989D-2482-728A-2855-D6BEC97D33BC}"/>
                </a:ext>
              </a:extLst>
            </p:cNvPr>
            <p:cNvSpPr/>
            <p:nvPr/>
          </p:nvSpPr>
          <p:spPr>
            <a:xfrm>
              <a:off x="4589657" y="375166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D199AAAC-48C3-7F2C-C052-0EE055C5C231}"/>
                </a:ext>
              </a:extLst>
            </p:cNvPr>
            <p:cNvSpPr/>
            <p:nvPr/>
          </p:nvSpPr>
          <p:spPr>
            <a:xfrm>
              <a:off x="5072018" y="54153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3F0D4613-DB3F-2BDA-2698-82AA814521D9}"/>
                </a:ext>
              </a:extLst>
            </p:cNvPr>
            <p:cNvSpPr/>
            <p:nvPr/>
          </p:nvSpPr>
          <p:spPr>
            <a:xfrm>
              <a:off x="5550612" y="38641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29477DA0-24A5-DDBE-F2AA-3EFC108E1CEC}"/>
                </a:ext>
              </a:extLst>
            </p:cNvPr>
            <p:cNvSpPr/>
            <p:nvPr/>
          </p:nvSpPr>
          <p:spPr>
            <a:xfrm>
              <a:off x="6003907" y="555072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D55FD61-1433-EF42-EE17-9A5689564EC8}"/>
                </a:ext>
              </a:extLst>
            </p:cNvPr>
            <p:cNvSpPr/>
            <p:nvPr/>
          </p:nvSpPr>
          <p:spPr>
            <a:xfrm>
              <a:off x="6482501" y="385570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559DE883-3551-3810-5F52-9D454AEEA943}"/>
                </a:ext>
              </a:extLst>
            </p:cNvPr>
            <p:cNvSpPr/>
            <p:nvPr/>
          </p:nvSpPr>
          <p:spPr>
            <a:xfrm>
              <a:off x="6974159" y="555072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227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BFEA3-D843-A3A2-EA3A-1AF147D4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A202FE2C-28AC-3518-C096-2D61E63F6959}"/>
              </a:ext>
            </a:extLst>
          </p:cNvPr>
          <p:cNvGrpSpPr/>
          <p:nvPr/>
        </p:nvGrpSpPr>
        <p:grpSpPr>
          <a:xfrm rot="2586657">
            <a:off x="2526046" y="3206212"/>
            <a:ext cx="1757149" cy="646374"/>
            <a:chOff x="2377838" y="2226290"/>
            <a:chExt cx="1757149" cy="64637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06F21B0-940C-A268-D659-9C18C042E27E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AA1D884-5492-9F97-E4F7-0E2FA2A9C442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36BFC64-4E38-5B52-E21E-243B4D6EFF00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A90F2C2-2BEB-9305-807E-A59716592819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B2217DB-92CA-25FB-85B3-A60E16869918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EE47761-14C4-A08A-995E-34CD715431DC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F4CBB3E-0DD2-0C7F-9718-76A452D1E135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FDF0A5C-AA83-7AB2-4F32-97111F626621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242E42E-E74E-742D-4546-E8CB3D13BFBD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B59C6BF-AEB2-9890-54FF-A8DC98D33FA7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6DD2530-D0A4-B6E0-96AB-68AD170232C2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D7C9EF2-F9D7-DBE4-91F9-FDFDA52C9C2B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140FCFD-319C-4CF7-168B-0FDDBE06DDB1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6A4DCAB-E994-6F9C-AD03-EDA41F3F12F7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D2F50F5-8C89-FE6D-69C7-E2F193DE6260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B4ED479-F49A-FC1B-87EF-65408F88F381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748254A-CA62-8BBE-67E6-BCEE578E2FD8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B6F2769-92D5-D862-AF37-2E7D26E2F3CD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CC04031-82BB-4B6F-B32E-9A1EB04FFFE6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6622C9B-274A-2866-BDD2-7D7CB4B46543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6925B63-5942-1EB8-0F40-A7F90E2FD911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EC14EF4-4CA8-ADCD-58CE-F1D91C621644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272420C-6AB7-E05A-3B1B-DE0512A41FFD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7EF5B19-BC00-2BAC-5EC1-4488CEE2522C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A275B23F-8022-C800-BF68-DBF8CDB6CBA4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버드이터</a:t>
            </a:r>
            <a:r>
              <a:rPr lang="ko-KR" altLang="en-US" dirty="0"/>
              <a:t> </a:t>
            </a:r>
            <a:r>
              <a:rPr lang="en-US" altLang="ko-KR" dirty="0"/>
              <a:t>Scenario 2: </a:t>
            </a:r>
            <a:r>
              <a:rPr lang="ko-KR" altLang="en-US" dirty="0"/>
              <a:t>경계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77795F89-7947-C77C-E3D0-19C53724BC95}"/>
              </a:ext>
            </a:extLst>
          </p:cNvPr>
          <p:cNvSpPr/>
          <p:nvPr/>
        </p:nvSpPr>
        <p:spPr>
          <a:xfrm>
            <a:off x="1334688" y="469989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BCF9AD-F623-A1C0-20F3-4BE210F5683B}"/>
              </a:ext>
            </a:extLst>
          </p:cNvPr>
          <p:cNvGrpSpPr/>
          <p:nvPr/>
        </p:nvGrpSpPr>
        <p:grpSpPr>
          <a:xfrm rot="19013343" flipH="1">
            <a:off x="6272815" y="3261436"/>
            <a:ext cx="1757149" cy="646374"/>
            <a:chOff x="2377838" y="2226290"/>
            <a:chExt cx="1757149" cy="64637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B9BD118-0A28-167A-A56E-683643DCD9F5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DF7C7DC-58AA-4354-1151-9FC8B8458FEC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B8D1C43-6B2D-E350-E225-8B651EE67C8E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CA8B4EB-E3F1-745B-85B7-89005E0D3711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682EDCAA-BE06-C749-C47B-5772FF5AF075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84B7117A-D371-5D4F-54C9-9FF6814E45AF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6E19523-4154-F76C-7B79-6B268BEDD794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855400C-6675-C008-83A4-E59AC2FFEBE9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B1CCF02-C53B-A748-8955-54B9F36D33BC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C4D28723-B6FD-52EC-81BC-DBA3B029727D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2E25925F-0D47-6589-6AFB-D2D60040DAFF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971A8D13-6FDC-5101-0BDD-3F8A4813C16A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4D56E53-9F73-2359-30C8-D1F8809A8320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563B8259-5A9F-64C6-15CF-041AA18B3603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AABF42AC-E5A3-2498-E075-1D1F47AA6112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60E391D-37BB-8505-E528-4D8FB8671349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865C7B8-ED33-48A0-9C64-575AAA1E2C88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B1B788D8-997C-0A53-11C1-169023963438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B7B4A8C-79B1-2745-D5B8-0D2BF597950E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3FD3D66-AF94-4385-B076-BBD52D1D5FA4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D6619D30-15BA-83AC-8BE8-D61E36FABBB5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FAF95B0F-C71A-28D0-BAC4-D524D794816E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ABFC471-29DA-FF7C-127B-D0A4C7CA361C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12EDB2F-528A-8785-7F44-FFF124D1F7A9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46113CC7-BD6C-B969-ADDC-0FB86F305D17}"/>
              </a:ext>
            </a:extLst>
          </p:cNvPr>
          <p:cNvGrpSpPr/>
          <p:nvPr/>
        </p:nvGrpSpPr>
        <p:grpSpPr>
          <a:xfrm>
            <a:off x="3854990" y="2101635"/>
            <a:ext cx="2990979" cy="1104308"/>
            <a:chOff x="3894964" y="2595943"/>
            <a:chExt cx="2990979" cy="1104308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938973A6-744D-016F-AC2D-9DD1902366EC}"/>
                </a:ext>
              </a:extLst>
            </p:cNvPr>
            <p:cNvSpPr/>
            <p:nvPr/>
          </p:nvSpPr>
          <p:spPr>
            <a:xfrm>
              <a:off x="3894964" y="274057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17CACF7-4A79-204F-ADE7-D40B0B595BA5}"/>
                </a:ext>
              </a:extLst>
            </p:cNvPr>
            <p:cNvSpPr/>
            <p:nvPr/>
          </p:nvSpPr>
          <p:spPr>
            <a:xfrm>
              <a:off x="4344492" y="259594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181F64F1-824F-F501-F268-4E7FA343CD78}"/>
                </a:ext>
              </a:extLst>
            </p:cNvPr>
            <p:cNvSpPr/>
            <p:nvPr/>
          </p:nvSpPr>
          <p:spPr>
            <a:xfrm>
              <a:off x="4826853" y="276231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4575A2D0-7B77-77E3-E29A-250753D17FBC}"/>
                </a:ext>
              </a:extLst>
            </p:cNvPr>
            <p:cNvSpPr/>
            <p:nvPr/>
          </p:nvSpPr>
          <p:spPr>
            <a:xfrm>
              <a:off x="5305447" y="2607190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8DFCDB8D-F33A-E2C2-30BE-952C77BA4A97}"/>
                </a:ext>
              </a:extLst>
            </p:cNvPr>
            <p:cNvSpPr/>
            <p:nvPr/>
          </p:nvSpPr>
          <p:spPr>
            <a:xfrm>
              <a:off x="5758742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1DEFD5A4-51D5-213D-FA8C-183999201997}"/>
                </a:ext>
              </a:extLst>
            </p:cNvPr>
            <p:cNvSpPr/>
            <p:nvPr/>
          </p:nvSpPr>
          <p:spPr>
            <a:xfrm>
              <a:off x="6237336" y="260634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081FBA8-EFF6-A56C-BABF-063ACACD511B}"/>
                </a:ext>
              </a:extLst>
            </p:cNvPr>
            <p:cNvSpPr/>
            <p:nvPr/>
          </p:nvSpPr>
          <p:spPr>
            <a:xfrm>
              <a:off x="6728994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D30E3FCB-8861-6F61-85BE-C23BB97032F3}"/>
                </a:ext>
              </a:extLst>
            </p:cNvPr>
            <p:cNvSpPr/>
            <p:nvPr/>
          </p:nvSpPr>
          <p:spPr>
            <a:xfrm>
              <a:off x="3894964" y="320521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5F6E23F-EAB0-D3F4-0DCF-EAA4D8E1043B}"/>
                </a:ext>
              </a:extLst>
            </p:cNvPr>
            <p:cNvSpPr/>
            <p:nvPr/>
          </p:nvSpPr>
          <p:spPr>
            <a:xfrm>
              <a:off x="4344492" y="306058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65B34F19-4F65-DE76-0240-68B96C06080B}"/>
                </a:ext>
              </a:extLst>
            </p:cNvPr>
            <p:cNvSpPr/>
            <p:nvPr/>
          </p:nvSpPr>
          <p:spPr>
            <a:xfrm>
              <a:off x="4826853" y="322695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8363DA13-22D2-A991-4336-41B5ECC21E40}"/>
                </a:ext>
              </a:extLst>
            </p:cNvPr>
            <p:cNvSpPr/>
            <p:nvPr/>
          </p:nvSpPr>
          <p:spPr>
            <a:xfrm>
              <a:off x="5305447" y="307183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CFBDAD6E-168B-F44E-047E-7B0EDDC77208}"/>
                </a:ext>
              </a:extLst>
            </p:cNvPr>
            <p:cNvSpPr/>
            <p:nvPr/>
          </p:nvSpPr>
          <p:spPr>
            <a:xfrm>
              <a:off x="5758742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E477A2C-04D6-9509-F1C1-29F956082340}"/>
                </a:ext>
              </a:extLst>
            </p:cNvPr>
            <p:cNvSpPr/>
            <p:nvPr/>
          </p:nvSpPr>
          <p:spPr>
            <a:xfrm>
              <a:off x="6237336" y="307099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4B28D1C2-F405-7157-9482-7A8B2B14D079}"/>
                </a:ext>
              </a:extLst>
            </p:cNvPr>
            <p:cNvSpPr/>
            <p:nvPr/>
          </p:nvSpPr>
          <p:spPr>
            <a:xfrm>
              <a:off x="6728994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9A66BBB9-0B87-1952-D274-BB52B4028931}"/>
                </a:ext>
              </a:extLst>
            </p:cNvPr>
            <p:cNvSpPr/>
            <p:nvPr/>
          </p:nvSpPr>
          <p:spPr>
            <a:xfrm>
              <a:off x="4344492" y="352523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4FD7604E-254B-84C2-B99F-BC40D4DB432C}"/>
                </a:ext>
              </a:extLst>
            </p:cNvPr>
            <p:cNvSpPr/>
            <p:nvPr/>
          </p:nvSpPr>
          <p:spPr>
            <a:xfrm>
              <a:off x="5305447" y="353647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7793A1DF-B3C0-7D94-1959-4EEE7CA42FB0}"/>
                </a:ext>
              </a:extLst>
            </p:cNvPr>
            <p:cNvSpPr/>
            <p:nvPr/>
          </p:nvSpPr>
          <p:spPr>
            <a:xfrm>
              <a:off x="6237336" y="353563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829680FA-8E53-7CC4-10D1-160756A757A2}"/>
              </a:ext>
            </a:extLst>
          </p:cNvPr>
          <p:cNvSpPr/>
          <p:nvPr/>
        </p:nvSpPr>
        <p:spPr>
          <a:xfrm>
            <a:off x="5151180" y="2486604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0FAA098-8C2F-B511-752E-3C77CADDE362}"/>
              </a:ext>
            </a:extLst>
          </p:cNvPr>
          <p:cNvGrpSpPr/>
          <p:nvPr/>
        </p:nvGrpSpPr>
        <p:grpSpPr>
          <a:xfrm flipH="1">
            <a:off x="4465371" y="870441"/>
            <a:ext cx="1757149" cy="646374"/>
            <a:chOff x="2377838" y="2226290"/>
            <a:chExt cx="1757149" cy="6463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97DD20B-CF38-6FC1-1664-979D344A69A1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87A98A3-9C3A-B4DC-FBC4-A1BED1C4105A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122BD52-CBF3-EDA3-1AA5-359E3101D54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A310352-C264-9CC6-2B96-4AB104C879A8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0FE1E86-FE79-97A2-F93F-E158F6D7B74E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73FBFAE-9835-A014-D175-7513BA8CBD78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7F39839-86EA-F580-320B-70B0659F0EEE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1DE483A-D968-7546-ACF6-CA0B458DD409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0B61C2-8CD6-CC9D-FB1A-489948800FD4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4D9C720-73E0-EF7E-9E38-11924836189F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96852F6-D3C6-2018-7E47-7217241D4475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AF075AC-C63E-0928-7A31-6EAAD6095E06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CF52176-AAF6-28CE-C3A7-BB7983921559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2E779D8-0D2E-6F8D-A17F-7829C7AAFD82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C231E87-AD32-96F7-E35E-75302DB9E8C2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DF0D148-E2EF-0E89-84AF-E94BA4CECA0E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37EF336-6BF4-E509-2C65-1F2BBA5FB48E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D4C611A-7398-B180-7134-827D37F4C234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3A34670-69FF-807D-138F-B1691798DA20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2B65509-1987-9737-C705-F3DCD9FA7FF3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434BA17-F86A-82D0-1F10-FF193A77F4A9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348EC2B-2181-B576-E638-10DA98844AF3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E9D3C63-3989-CA28-9DDC-4AC079476F22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7645FC5-9A58-900F-29A6-F5017097F366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타원 27">
            <a:extLst>
              <a:ext uri="{FF2B5EF4-FFF2-40B4-BE49-F238E27FC236}">
                <a16:creationId xmlns:a16="http://schemas.microsoft.com/office/drawing/2014/main" id="{77610C58-4548-F99B-364B-61AB4D3254C4}"/>
              </a:ext>
            </a:extLst>
          </p:cNvPr>
          <p:cNvSpPr/>
          <p:nvPr/>
        </p:nvSpPr>
        <p:spPr>
          <a:xfrm>
            <a:off x="7781870" y="469989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266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C3EA-8C71-65A7-6419-171AF19B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096260AF-6039-BB4A-1834-4B06078D1999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버드이터</a:t>
            </a:r>
            <a:r>
              <a:rPr lang="ko-KR" altLang="en-US" dirty="0"/>
              <a:t> </a:t>
            </a:r>
            <a:r>
              <a:rPr lang="en-US" altLang="ko-KR" dirty="0"/>
              <a:t>Scenario 3: </a:t>
            </a:r>
            <a:r>
              <a:rPr lang="ko-KR" altLang="en-US" dirty="0"/>
              <a:t>회피기동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28DD4F84-69B7-535F-DFBE-7CFE51A6BBD8}"/>
              </a:ext>
            </a:extLst>
          </p:cNvPr>
          <p:cNvSpPr/>
          <p:nvPr/>
        </p:nvSpPr>
        <p:spPr>
          <a:xfrm>
            <a:off x="4262467" y="4839038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6F7C9CAB-6E3F-52B6-7293-AE30CEDECCAA}"/>
              </a:ext>
            </a:extLst>
          </p:cNvPr>
          <p:cNvSpPr/>
          <p:nvPr/>
        </p:nvSpPr>
        <p:spPr>
          <a:xfrm rot="1087118">
            <a:off x="9232256" y="3961469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B544D872-B3C8-DFB0-D7B3-8440067942CF}"/>
              </a:ext>
            </a:extLst>
          </p:cNvPr>
          <p:cNvGrpSpPr/>
          <p:nvPr/>
        </p:nvGrpSpPr>
        <p:grpSpPr>
          <a:xfrm rot="18782317">
            <a:off x="2561431" y="3772785"/>
            <a:ext cx="1770561" cy="887675"/>
            <a:chOff x="4403913" y="2541325"/>
            <a:chExt cx="1770561" cy="887675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FB929E3-434B-37C2-DD05-100C9342055D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42F26A0-1352-52D1-4790-171838C537CD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93D194B-F041-DFE0-4F7F-FED7E40A0519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BC49E4C9-6777-2638-742D-380A34CE17CC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BF20889-C6B9-1C6C-E183-B28AA54E4FB1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37DCF55-53C5-AA0E-0D0D-22A90FE898DF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7626CF25-576F-1EF7-8C92-AAA53629FC97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1988B818-CCD8-7015-A165-B65D474400E7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A37846F-299D-329B-441B-BA3FE634F606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E68CC2C-C31C-FE40-9841-7F67DA48EA69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0237922-0246-BBE4-F64E-4B96C87E6CD1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4CE154E-D66D-544F-E3C3-54A5707FADC4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6296CD4-376E-BAA8-1749-7BC227D81E28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0ED003C9-F31D-1D0D-AB0B-7E96D87F1064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16F5938-28F9-DA16-E5CC-2C73F23D8E28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331A3BE2-FC3F-0174-CED5-8D4A98FFF2C7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E9AB197-1491-4D31-C93D-D78A213392AF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B311A85-7AED-8A46-C422-8DA78388B2CC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FB5B879D-1A52-1E53-13BD-862D52C2A88D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CE06C6FE-0C5C-B7B2-A407-956879B9F482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3CA5A8A-3CAD-4FFF-A1C5-470F2CB84FF0}"/>
              </a:ext>
            </a:extLst>
          </p:cNvPr>
          <p:cNvGrpSpPr/>
          <p:nvPr/>
        </p:nvGrpSpPr>
        <p:grpSpPr>
          <a:xfrm rot="1148766">
            <a:off x="7034251" y="3488355"/>
            <a:ext cx="1985749" cy="405073"/>
            <a:chOff x="2386918" y="5481723"/>
            <a:chExt cx="1985749" cy="405073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2653F756-2F2F-C33E-BDB5-7C77F516E3D6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6E6F5BD6-490B-7A80-C095-2DAAA1C704EA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80B7D32A-6B89-A985-3B9E-28F089357E93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8155B657-F76E-5865-4DDD-B2A0DB802462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9ED9782B-80FE-0F77-A35C-B7483273F24F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9B64643F-81EE-4063-B5E5-C515C9518350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B1695655-7841-5837-88CD-3F6A72F2A48B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4DF104D9-5612-8218-4737-99CE75D9BD80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4088EA03-D2F8-93CC-A0D6-D2C0CD950706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D885480-6511-FA6B-29BF-FDC3219D23F2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DD78791-39F9-608A-9A9C-68E650F334F0}"/>
              </a:ext>
            </a:extLst>
          </p:cNvPr>
          <p:cNvGrpSpPr/>
          <p:nvPr/>
        </p:nvGrpSpPr>
        <p:grpSpPr>
          <a:xfrm rot="15158119">
            <a:off x="4613493" y="1894388"/>
            <a:ext cx="1985749" cy="405073"/>
            <a:chOff x="2386918" y="5481723"/>
            <a:chExt cx="1985749" cy="405073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AAD6597B-DD4B-7DD5-CB2D-293EF6B3D046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B8BCDE34-2195-660E-839A-805E0EF17C76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AF136AC3-33C6-0BB5-2E1F-9AE1CDCF98C5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52C41B56-6292-23B0-3334-7157DB08F6B2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5E032D6-B6F0-658A-2889-8B7F97E51C72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2D55DF8A-6892-794E-C99E-D13D00D51DD6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61ABE1B7-40B1-B1A4-101B-49629E8858B6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9EDE0B3A-BE3B-B2DB-81B9-C12B11CA7296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505AB054-B19E-1BD8-617C-A6DDE28CAF80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DEF8532D-96E0-1122-DD1D-EB240A31FB25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F3D9DCA6-028E-40D1-26BA-1C237D98D969}"/>
              </a:ext>
            </a:extLst>
          </p:cNvPr>
          <p:cNvCxnSpPr/>
          <p:nvPr/>
        </p:nvCxnSpPr>
        <p:spPr>
          <a:xfrm>
            <a:off x="5959547" y="3266661"/>
            <a:ext cx="481010" cy="1457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6" name="연결선: 구부러짐 125">
            <a:extLst>
              <a:ext uri="{FF2B5EF4-FFF2-40B4-BE49-F238E27FC236}">
                <a16:creationId xmlns:a16="http://schemas.microsoft.com/office/drawing/2014/main" id="{A9D576FD-6FCD-4329-F5AA-2F33272EC589}"/>
              </a:ext>
            </a:extLst>
          </p:cNvPr>
          <p:cNvCxnSpPr/>
          <p:nvPr/>
        </p:nvCxnSpPr>
        <p:spPr>
          <a:xfrm rot="10800000" flipV="1">
            <a:off x="6917636" y="4269420"/>
            <a:ext cx="2988365" cy="2111501"/>
          </a:xfrm>
          <a:prstGeom prst="curvedConnector3">
            <a:avLst>
              <a:gd name="adj1" fmla="val -13415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0FD517A0-74B4-14E9-6CE4-2560752B7C66}"/>
              </a:ext>
            </a:extLst>
          </p:cNvPr>
          <p:cNvCxnSpPr/>
          <p:nvPr/>
        </p:nvCxnSpPr>
        <p:spPr>
          <a:xfrm>
            <a:off x="3897776" y="4644887"/>
            <a:ext cx="296537" cy="291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57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A012-7D74-E82D-DE42-091C541A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FA8EFA94-D095-D2AC-69BE-E29E191B7569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버드이터</a:t>
            </a:r>
            <a:r>
              <a:rPr lang="ko-KR" altLang="en-US" dirty="0"/>
              <a:t> </a:t>
            </a:r>
            <a:r>
              <a:rPr lang="en-US" altLang="ko-KR" dirty="0"/>
              <a:t>Scenario 4: </a:t>
            </a:r>
            <a:r>
              <a:rPr lang="ko-KR" altLang="en-US" dirty="0" err="1"/>
              <a:t>회피밀집</a:t>
            </a:r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3F36AE9C-0572-722E-55FE-E677A7888DFE}"/>
              </a:ext>
            </a:extLst>
          </p:cNvPr>
          <p:cNvSpPr/>
          <p:nvPr/>
        </p:nvSpPr>
        <p:spPr>
          <a:xfrm>
            <a:off x="4178771" y="329105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992947D3-91EE-1C70-E2B4-93BEDCCA2C74}"/>
              </a:ext>
            </a:extLst>
          </p:cNvPr>
          <p:cNvSpPr/>
          <p:nvPr/>
        </p:nvSpPr>
        <p:spPr>
          <a:xfrm rot="1087118">
            <a:off x="8198737" y="3994258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C099DBF-570E-246E-6A6E-AEF39C509804}"/>
              </a:ext>
            </a:extLst>
          </p:cNvPr>
          <p:cNvGrpSpPr/>
          <p:nvPr/>
        </p:nvGrpSpPr>
        <p:grpSpPr>
          <a:xfrm rot="19845848">
            <a:off x="7343496" y="3522244"/>
            <a:ext cx="989398" cy="964843"/>
            <a:chOff x="7040083" y="5015427"/>
            <a:chExt cx="989398" cy="96484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CE68AE1-E4D7-0F85-7229-3FDF004F4F46}"/>
                </a:ext>
              </a:extLst>
            </p:cNvPr>
            <p:cNvSpPr/>
            <p:nvPr/>
          </p:nvSpPr>
          <p:spPr>
            <a:xfrm rot="19013343" flipH="1">
              <a:off x="7707624" y="501542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8EA780-839E-A417-C8CF-E2525C6A6538}"/>
                </a:ext>
              </a:extLst>
            </p:cNvPr>
            <p:cNvSpPr/>
            <p:nvPr/>
          </p:nvSpPr>
          <p:spPr>
            <a:xfrm rot="19013343" flipH="1">
              <a:off x="7540740" y="517165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08259F9-A321-F43D-0764-FFA2B8F8A6FA}"/>
                </a:ext>
              </a:extLst>
            </p:cNvPr>
            <p:cNvSpPr/>
            <p:nvPr/>
          </p:nvSpPr>
          <p:spPr>
            <a:xfrm rot="19013343" flipH="1">
              <a:off x="7373854" y="53278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6953DA-040A-0E2E-FF1A-E2DE434A7758}"/>
                </a:ext>
              </a:extLst>
            </p:cNvPr>
            <p:cNvSpPr/>
            <p:nvPr/>
          </p:nvSpPr>
          <p:spPr>
            <a:xfrm rot="19013343" flipH="1">
              <a:off x="7206969" y="54841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0A04B0A-3B3D-CC3C-7E57-3E07E27E184D}"/>
                </a:ext>
              </a:extLst>
            </p:cNvPr>
            <p:cNvSpPr/>
            <p:nvPr/>
          </p:nvSpPr>
          <p:spPr>
            <a:xfrm rot="19013343" flipH="1">
              <a:off x="7040083" y="56403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B68B37-6E3F-FAD3-E33E-05B306D5C207}"/>
                </a:ext>
              </a:extLst>
            </p:cNvPr>
            <p:cNvSpPr/>
            <p:nvPr/>
          </p:nvSpPr>
          <p:spPr>
            <a:xfrm rot="19013343" flipH="1">
              <a:off x="7872532" y="51915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5806DD0-56A3-1471-8C35-AE13BDF0CD51}"/>
                </a:ext>
              </a:extLst>
            </p:cNvPr>
            <p:cNvSpPr/>
            <p:nvPr/>
          </p:nvSpPr>
          <p:spPr>
            <a:xfrm rot="19013343" flipH="1">
              <a:off x="7705647" y="53478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99671EB-7CB4-76DE-920C-DD34B07EABD1}"/>
                </a:ext>
              </a:extLst>
            </p:cNvPr>
            <p:cNvSpPr/>
            <p:nvPr/>
          </p:nvSpPr>
          <p:spPr>
            <a:xfrm rot="19013343" flipH="1">
              <a:off x="7538761" y="55040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E73561F-C63A-D587-2225-04E47D3006A0}"/>
                </a:ext>
              </a:extLst>
            </p:cNvPr>
            <p:cNvSpPr/>
            <p:nvPr/>
          </p:nvSpPr>
          <p:spPr>
            <a:xfrm rot="19013343" flipH="1">
              <a:off x="7371877" y="566026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EC33937-3068-905E-412B-32AAD259694C}"/>
                </a:ext>
              </a:extLst>
            </p:cNvPr>
            <p:cNvSpPr/>
            <p:nvPr/>
          </p:nvSpPr>
          <p:spPr>
            <a:xfrm rot="19013343" flipH="1">
              <a:off x="7204991" y="58164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C6B6507-1D81-5921-12F8-13DEBC720847}"/>
              </a:ext>
            </a:extLst>
          </p:cNvPr>
          <p:cNvGrpSpPr/>
          <p:nvPr/>
        </p:nvGrpSpPr>
        <p:grpSpPr>
          <a:xfrm rot="1365852">
            <a:off x="5846000" y="4938354"/>
            <a:ext cx="989398" cy="964843"/>
            <a:chOff x="7040083" y="5015427"/>
            <a:chExt cx="989398" cy="964843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843CE43-61C4-3D94-9A49-368C17AA0D41}"/>
                </a:ext>
              </a:extLst>
            </p:cNvPr>
            <p:cNvSpPr/>
            <p:nvPr/>
          </p:nvSpPr>
          <p:spPr>
            <a:xfrm rot="19013343" flipH="1">
              <a:off x="7707624" y="501542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F3FA1EF-8C73-A408-8AED-862624C6D4F8}"/>
                </a:ext>
              </a:extLst>
            </p:cNvPr>
            <p:cNvSpPr/>
            <p:nvPr/>
          </p:nvSpPr>
          <p:spPr>
            <a:xfrm rot="19013343" flipH="1">
              <a:off x="7540740" y="517165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E881D4D-ACB4-5422-C5F6-91F9A3279A20}"/>
                </a:ext>
              </a:extLst>
            </p:cNvPr>
            <p:cNvSpPr/>
            <p:nvPr/>
          </p:nvSpPr>
          <p:spPr>
            <a:xfrm rot="19013343" flipH="1">
              <a:off x="7373854" y="53278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D565934-AE16-E994-44ED-1B16C95BF8F8}"/>
                </a:ext>
              </a:extLst>
            </p:cNvPr>
            <p:cNvSpPr/>
            <p:nvPr/>
          </p:nvSpPr>
          <p:spPr>
            <a:xfrm rot="19013343" flipH="1">
              <a:off x="7206969" y="54841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60B5542-87D3-964C-215A-DA1857CDDE08}"/>
                </a:ext>
              </a:extLst>
            </p:cNvPr>
            <p:cNvSpPr/>
            <p:nvPr/>
          </p:nvSpPr>
          <p:spPr>
            <a:xfrm rot="19013343" flipH="1">
              <a:off x="7040083" y="56403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6DC91D6-3594-C9F1-43BC-741F57521767}"/>
                </a:ext>
              </a:extLst>
            </p:cNvPr>
            <p:cNvSpPr/>
            <p:nvPr/>
          </p:nvSpPr>
          <p:spPr>
            <a:xfrm rot="19013343" flipH="1">
              <a:off x="7872532" y="51915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BDFA080-7333-C6F0-4850-511B88716BC9}"/>
                </a:ext>
              </a:extLst>
            </p:cNvPr>
            <p:cNvSpPr/>
            <p:nvPr/>
          </p:nvSpPr>
          <p:spPr>
            <a:xfrm rot="19013343" flipH="1">
              <a:off x="7705647" y="53478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EE6E184-21E0-8BED-26D0-725CE088E7FC}"/>
                </a:ext>
              </a:extLst>
            </p:cNvPr>
            <p:cNvSpPr/>
            <p:nvPr/>
          </p:nvSpPr>
          <p:spPr>
            <a:xfrm rot="19013343" flipH="1">
              <a:off x="7538761" y="55040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639FE29-B3BA-17DA-D398-0845FEDB05CA}"/>
                </a:ext>
              </a:extLst>
            </p:cNvPr>
            <p:cNvSpPr/>
            <p:nvPr/>
          </p:nvSpPr>
          <p:spPr>
            <a:xfrm rot="19013343" flipH="1">
              <a:off x="7371877" y="566026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F737841-4944-D522-EAFE-3CE3A4FC6AA0}"/>
                </a:ext>
              </a:extLst>
            </p:cNvPr>
            <p:cNvSpPr/>
            <p:nvPr/>
          </p:nvSpPr>
          <p:spPr>
            <a:xfrm rot="19013343" flipH="1">
              <a:off x="7204991" y="58164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38EA011-9B81-5EE8-D5AC-EC052D5A0D2B}"/>
              </a:ext>
            </a:extLst>
          </p:cNvPr>
          <p:cNvGrpSpPr/>
          <p:nvPr/>
        </p:nvGrpSpPr>
        <p:grpSpPr>
          <a:xfrm rot="15158119">
            <a:off x="2519269" y="4268383"/>
            <a:ext cx="1985749" cy="405073"/>
            <a:chOff x="2386918" y="5481723"/>
            <a:chExt cx="1985749" cy="405073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C6381DB-BC97-CCD4-EC55-F0CE4FD42C27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06A800B-44F5-19C4-BBAD-ED1ADC7FC20E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B43748F-6546-CFDB-435D-3DBDA326F54F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082F02E-C195-6959-DDA0-5D5C02446F1D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0E7A1C57-59BB-0E03-100D-1F7781DC55CF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6F0565B-2393-B9C2-E21C-F70693AF382D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6C90DE4-C2D6-2B59-5458-399FFB0FAD76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63F6C5F-9008-10E8-E19D-73049DC22745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FBD8BB9C-A68F-754D-8EAC-65391FE1B154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C3FC7E8-0A87-E355-5A45-2155CBD1F7DF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DEAE9A5-082B-A5AE-EFC4-42D863C951E5}"/>
              </a:ext>
            </a:extLst>
          </p:cNvPr>
          <p:cNvGrpSpPr/>
          <p:nvPr/>
        </p:nvGrpSpPr>
        <p:grpSpPr>
          <a:xfrm rot="12061321">
            <a:off x="4418715" y="2020047"/>
            <a:ext cx="1985749" cy="405073"/>
            <a:chOff x="2386918" y="5481723"/>
            <a:chExt cx="1985749" cy="405073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BE038D4-6533-104D-059B-CBA13620F0E9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C4DE1AA-5745-0237-361C-08AFF2222642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F7E2DB4-9CC5-8C73-A6B3-CCB7139F9617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73F2771-AC03-F9E7-D7EF-5E66DC97DD88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BCDBDF8-4FE6-68C9-FA61-32E989FC5580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2D76BB6-6ADF-AC0C-F924-605727350721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C05AF9B-8751-8ACB-AE07-F997B7F1217D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D5BA956A-DD85-9C1C-7CA0-06B220AA196D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A2AC2B3-DE8A-5E75-867C-4C7F91721461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43ADA12-E4F6-6AC6-8CC3-314EB2951AA2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61" name="연결선: 구부러짐 60">
            <a:extLst>
              <a:ext uri="{FF2B5EF4-FFF2-40B4-BE49-F238E27FC236}">
                <a16:creationId xmlns:a16="http://schemas.microsoft.com/office/drawing/2014/main" id="{1D329F3F-5F9C-2F7D-7767-81278E5C4D97}"/>
              </a:ext>
            </a:extLst>
          </p:cNvPr>
          <p:cNvCxnSpPr>
            <a:cxnSpLocks/>
          </p:cNvCxnSpPr>
          <p:nvPr/>
        </p:nvCxnSpPr>
        <p:spPr>
          <a:xfrm>
            <a:off x="2935357" y="4416067"/>
            <a:ext cx="3982280" cy="1964853"/>
          </a:xfrm>
          <a:prstGeom prst="curvedConnector3">
            <a:avLst>
              <a:gd name="adj1" fmla="val -16722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연결선: 구부러짐 63">
            <a:extLst>
              <a:ext uri="{FF2B5EF4-FFF2-40B4-BE49-F238E27FC236}">
                <a16:creationId xmlns:a16="http://schemas.microsoft.com/office/drawing/2014/main" id="{B9D67DDB-EF41-62E7-B879-AFB23FAEB2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83847" y="1793174"/>
            <a:ext cx="3550289" cy="3527825"/>
          </a:xfrm>
          <a:prstGeom prst="curvedConnector3">
            <a:avLst>
              <a:gd name="adj1" fmla="val -3751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775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DC7A-E1E1-2417-AD4A-030981FF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8ECA27E9-1EC8-1EDF-C662-BF0E1E5281CC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버드이터</a:t>
            </a:r>
            <a:r>
              <a:rPr lang="ko-KR" altLang="en-US" dirty="0"/>
              <a:t> </a:t>
            </a:r>
            <a:r>
              <a:rPr lang="en-US" altLang="ko-KR" dirty="0"/>
              <a:t>Scenario 5: </a:t>
            </a:r>
            <a:r>
              <a:rPr lang="ko-KR" altLang="en-US" dirty="0"/>
              <a:t>기동대기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4E40193-726A-7A25-1C40-3CE8BC0025AE}"/>
              </a:ext>
            </a:extLst>
          </p:cNvPr>
          <p:cNvSpPr/>
          <p:nvPr/>
        </p:nvSpPr>
        <p:spPr>
          <a:xfrm rot="1087118">
            <a:off x="8487555" y="3488223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312355D3-6B4F-203A-782B-4B0A360DD1CA}"/>
              </a:ext>
            </a:extLst>
          </p:cNvPr>
          <p:cNvGrpSpPr/>
          <p:nvPr/>
        </p:nvGrpSpPr>
        <p:grpSpPr>
          <a:xfrm rot="19845848">
            <a:off x="7523259" y="3008510"/>
            <a:ext cx="989398" cy="964843"/>
            <a:chOff x="7040083" y="5015427"/>
            <a:chExt cx="989398" cy="964843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A3CB107-A8C9-C169-2C9E-373DA4B5231F}"/>
                </a:ext>
              </a:extLst>
            </p:cNvPr>
            <p:cNvSpPr/>
            <p:nvPr/>
          </p:nvSpPr>
          <p:spPr>
            <a:xfrm rot="19013343" flipH="1">
              <a:off x="7707624" y="501542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62C8D728-E296-884E-DE66-E544BA76AF03}"/>
                </a:ext>
              </a:extLst>
            </p:cNvPr>
            <p:cNvSpPr/>
            <p:nvPr/>
          </p:nvSpPr>
          <p:spPr>
            <a:xfrm rot="19013343" flipH="1">
              <a:off x="7540740" y="517165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CBA5F3C1-5682-4450-B8B2-9B0B61C243BB}"/>
                </a:ext>
              </a:extLst>
            </p:cNvPr>
            <p:cNvSpPr/>
            <p:nvPr/>
          </p:nvSpPr>
          <p:spPr>
            <a:xfrm rot="19013343" flipH="1">
              <a:off x="7373854" y="53278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93D3AC3-0D53-8617-E536-D571983FB235}"/>
                </a:ext>
              </a:extLst>
            </p:cNvPr>
            <p:cNvSpPr/>
            <p:nvPr/>
          </p:nvSpPr>
          <p:spPr>
            <a:xfrm rot="19013343" flipH="1">
              <a:off x="7206969" y="54841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7439A58B-1F64-E0EC-CCEE-F6EC038AB1BD}"/>
                </a:ext>
              </a:extLst>
            </p:cNvPr>
            <p:cNvSpPr/>
            <p:nvPr/>
          </p:nvSpPr>
          <p:spPr>
            <a:xfrm rot="19013343" flipH="1">
              <a:off x="7040083" y="56403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97E2E6B-1A4F-0AFF-41CD-B0C01E344B9E}"/>
                </a:ext>
              </a:extLst>
            </p:cNvPr>
            <p:cNvSpPr/>
            <p:nvPr/>
          </p:nvSpPr>
          <p:spPr>
            <a:xfrm rot="19013343" flipH="1">
              <a:off x="7872532" y="51915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4FC7D6D-63F9-B2E1-0BB6-28F8496E78C6}"/>
                </a:ext>
              </a:extLst>
            </p:cNvPr>
            <p:cNvSpPr/>
            <p:nvPr/>
          </p:nvSpPr>
          <p:spPr>
            <a:xfrm rot="19013343" flipH="1">
              <a:off x="7705647" y="53478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A48BF3A-44E3-4360-E3A0-D2E42882CA27}"/>
                </a:ext>
              </a:extLst>
            </p:cNvPr>
            <p:cNvSpPr/>
            <p:nvPr/>
          </p:nvSpPr>
          <p:spPr>
            <a:xfrm rot="19013343" flipH="1">
              <a:off x="7538761" y="55040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8907F76A-EB71-F695-8AEE-D7606074F5B6}"/>
                </a:ext>
              </a:extLst>
            </p:cNvPr>
            <p:cNvSpPr/>
            <p:nvPr/>
          </p:nvSpPr>
          <p:spPr>
            <a:xfrm rot="19013343" flipH="1">
              <a:off x="7371877" y="566026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723A3A28-81BC-2E8D-BC13-F7483A9C9EA4}"/>
                </a:ext>
              </a:extLst>
            </p:cNvPr>
            <p:cNvSpPr/>
            <p:nvPr/>
          </p:nvSpPr>
          <p:spPr>
            <a:xfrm rot="19013343" flipH="1">
              <a:off x="7204991" y="58164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D5676358-AB42-1EB7-1EBB-FE26B330C6A3}"/>
              </a:ext>
            </a:extLst>
          </p:cNvPr>
          <p:cNvGrpSpPr/>
          <p:nvPr/>
        </p:nvGrpSpPr>
        <p:grpSpPr>
          <a:xfrm rot="1365852">
            <a:off x="5553677" y="5098681"/>
            <a:ext cx="989398" cy="964843"/>
            <a:chOff x="7040083" y="5015427"/>
            <a:chExt cx="989398" cy="964843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49A5545-F9D4-2DCD-BF5C-1EA27BBBAFED}"/>
                </a:ext>
              </a:extLst>
            </p:cNvPr>
            <p:cNvSpPr/>
            <p:nvPr/>
          </p:nvSpPr>
          <p:spPr>
            <a:xfrm rot="19013343" flipH="1">
              <a:off x="7707624" y="501542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0992BF5-44C5-94F0-E0AC-08C757C361FA}"/>
                </a:ext>
              </a:extLst>
            </p:cNvPr>
            <p:cNvSpPr/>
            <p:nvPr/>
          </p:nvSpPr>
          <p:spPr>
            <a:xfrm rot="19013343" flipH="1">
              <a:off x="7540740" y="517165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B1234B3-E79A-715C-3064-70F4ADE6391B}"/>
                </a:ext>
              </a:extLst>
            </p:cNvPr>
            <p:cNvSpPr/>
            <p:nvPr/>
          </p:nvSpPr>
          <p:spPr>
            <a:xfrm rot="19013343" flipH="1">
              <a:off x="7373854" y="53278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72BA6FC-A65F-261B-B919-2A26C509555A}"/>
                </a:ext>
              </a:extLst>
            </p:cNvPr>
            <p:cNvSpPr/>
            <p:nvPr/>
          </p:nvSpPr>
          <p:spPr>
            <a:xfrm rot="19013343" flipH="1">
              <a:off x="7206969" y="54841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DD5FBD2E-3B66-C3D9-DB19-0FD772A57834}"/>
                </a:ext>
              </a:extLst>
            </p:cNvPr>
            <p:cNvSpPr/>
            <p:nvPr/>
          </p:nvSpPr>
          <p:spPr>
            <a:xfrm rot="19013343" flipH="1">
              <a:off x="7040083" y="56403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5FC4FFD-DC4A-043D-8613-A62CB07D9782}"/>
                </a:ext>
              </a:extLst>
            </p:cNvPr>
            <p:cNvSpPr/>
            <p:nvPr/>
          </p:nvSpPr>
          <p:spPr>
            <a:xfrm rot="19013343" flipH="1">
              <a:off x="7872532" y="519158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0CE3C59-5EC5-7D53-43C4-43EC27E56284}"/>
                </a:ext>
              </a:extLst>
            </p:cNvPr>
            <p:cNvSpPr/>
            <p:nvPr/>
          </p:nvSpPr>
          <p:spPr>
            <a:xfrm rot="19013343" flipH="1">
              <a:off x="7705647" y="534781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01762B1D-F998-E101-A0E1-6DB2B44725C4}"/>
                </a:ext>
              </a:extLst>
            </p:cNvPr>
            <p:cNvSpPr/>
            <p:nvPr/>
          </p:nvSpPr>
          <p:spPr>
            <a:xfrm rot="19013343" flipH="1">
              <a:off x="7538761" y="550404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07EA2367-3324-75E7-0450-38E3D9CFF411}"/>
                </a:ext>
              </a:extLst>
            </p:cNvPr>
            <p:cNvSpPr/>
            <p:nvPr/>
          </p:nvSpPr>
          <p:spPr>
            <a:xfrm rot="19013343" flipH="1">
              <a:off x="7371877" y="566026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A6DF3772-7581-72C2-B4A7-DEEBA740B0E2}"/>
                </a:ext>
              </a:extLst>
            </p:cNvPr>
            <p:cNvSpPr/>
            <p:nvPr/>
          </p:nvSpPr>
          <p:spPr>
            <a:xfrm rot="19013343" flipH="1">
              <a:off x="7204991" y="58164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2" name="타원 101">
            <a:extLst>
              <a:ext uri="{FF2B5EF4-FFF2-40B4-BE49-F238E27FC236}">
                <a16:creationId xmlns:a16="http://schemas.microsoft.com/office/drawing/2014/main" id="{1CC4EFF0-B9C5-0EDA-BD5A-11A2FDADAEE8}"/>
              </a:ext>
            </a:extLst>
          </p:cNvPr>
          <p:cNvSpPr/>
          <p:nvPr/>
        </p:nvSpPr>
        <p:spPr>
          <a:xfrm>
            <a:off x="4178771" y="329105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56CB9CF-9FF1-D5DE-4211-FC2B5269DBD5}"/>
              </a:ext>
            </a:extLst>
          </p:cNvPr>
          <p:cNvGrpSpPr/>
          <p:nvPr/>
        </p:nvGrpSpPr>
        <p:grpSpPr>
          <a:xfrm rot="7713616">
            <a:off x="7009100" y="4928818"/>
            <a:ext cx="1770561" cy="887675"/>
            <a:chOff x="4403913" y="2541325"/>
            <a:chExt cx="1770561" cy="887675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37505ED4-47D2-2B33-C8E0-4493945F0FB2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4212F89D-5A3D-2869-4159-1EE7CDF0E99F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3922BFE-C393-C4F4-977E-FBDEBC3DEE97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83B8013-DF20-A7A3-3081-4DE15A65FB03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F2D5D3D9-3BD5-64B9-C178-EF51AF19C070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884F6D0B-DD9F-5B3E-747C-819BE22F0511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485035F4-D20A-E8BF-8EEC-3E658BA96ECE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10C8A486-AA84-56BB-284B-E00E2AC66138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B862D11-BE35-919E-8771-4D92F219191E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8FBBCA8E-6EFC-B52E-30F1-49FC62A00DDD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24ACDCF-D991-12B3-1B39-EAAFAC36A2FA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E22FFC2-EDE9-1441-C4F5-551DACD53E05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15C1C2DF-9D20-D5D8-9F65-929A948DBEF2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627155E2-9FD5-0F6F-4C84-9C1AFFAB3B3B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23D45D0D-68F3-517F-B257-0A065B0578AC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1670A42D-3C3A-3063-5855-A2AFF99662F5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9CCFC234-63A8-D73F-A3D8-710BF3B43FE4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6FB62902-8C63-70A7-BCF6-5E758AB7F61D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7AE0C7D7-45A0-931D-B6D5-8D37C079A038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B4317D39-5C10-4C1C-EDC4-096DAA7E367A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7E18EE41-D68A-90DA-4354-DF3BE7B32A6A}"/>
              </a:ext>
            </a:extLst>
          </p:cNvPr>
          <p:cNvCxnSpPr/>
          <p:nvPr/>
        </p:nvCxnSpPr>
        <p:spPr>
          <a:xfrm flipH="1">
            <a:off x="5254487" y="5777096"/>
            <a:ext cx="221215" cy="100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3345EB3A-BBBC-15CE-C852-53F4D79BDD5B}"/>
              </a:ext>
            </a:extLst>
          </p:cNvPr>
          <p:cNvCxnSpPr>
            <a:cxnSpLocks/>
          </p:cNvCxnSpPr>
          <p:nvPr/>
        </p:nvCxnSpPr>
        <p:spPr>
          <a:xfrm flipV="1">
            <a:off x="8198399" y="2690632"/>
            <a:ext cx="49778" cy="194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47A967EE-3417-64C8-FE79-62E957284EB2}"/>
              </a:ext>
            </a:extLst>
          </p:cNvPr>
          <p:cNvCxnSpPr>
            <a:cxnSpLocks/>
          </p:cNvCxnSpPr>
          <p:nvPr/>
        </p:nvCxnSpPr>
        <p:spPr>
          <a:xfrm flipH="1" flipV="1">
            <a:off x="6247523" y="4176187"/>
            <a:ext cx="1137624" cy="804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43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BC3C-D70D-EF35-9B48-BCEB6689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14DA3157-59B3-7C2D-980B-B2E70647D33A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버드이터</a:t>
            </a:r>
            <a:r>
              <a:rPr lang="ko-KR" altLang="en-US" dirty="0"/>
              <a:t> </a:t>
            </a:r>
            <a:r>
              <a:rPr lang="en-US" altLang="ko-KR" dirty="0"/>
              <a:t>Scenario 6: </a:t>
            </a:r>
            <a:r>
              <a:rPr lang="ko-KR" altLang="en-US" dirty="0"/>
              <a:t>산개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F59BD12-6D79-0849-3842-8FAED223F735}"/>
              </a:ext>
            </a:extLst>
          </p:cNvPr>
          <p:cNvSpPr/>
          <p:nvPr/>
        </p:nvSpPr>
        <p:spPr>
          <a:xfrm>
            <a:off x="4672008" y="3699351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33A111CB-2B73-151A-0433-43F01C315D2C}"/>
              </a:ext>
            </a:extLst>
          </p:cNvPr>
          <p:cNvGrpSpPr/>
          <p:nvPr/>
        </p:nvGrpSpPr>
        <p:grpSpPr>
          <a:xfrm>
            <a:off x="3854990" y="2101635"/>
            <a:ext cx="2990979" cy="1104308"/>
            <a:chOff x="3894964" y="2595943"/>
            <a:chExt cx="2990979" cy="1104308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877CB1AA-3E2C-8F77-AAA0-C6D1EE25DB72}"/>
                </a:ext>
              </a:extLst>
            </p:cNvPr>
            <p:cNvSpPr/>
            <p:nvPr/>
          </p:nvSpPr>
          <p:spPr>
            <a:xfrm>
              <a:off x="3894964" y="274057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C7EE1BCA-89D5-2268-C260-56116DB1029F}"/>
                </a:ext>
              </a:extLst>
            </p:cNvPr>
            <p:cNvSpPr/>
            <p:nvPr/>
          </p:nvSpPr>
          <p:spPr>
            <a:xfrm>
              <a:off x="4344492" y="259594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CE7579D6-558B-B841-1810-EDD00A2E9E23}"/>
                </a:ext>
              </a:extLst>
            </p:cNvPr>
            <p:cNvSpPr/>
            <p:nvPr/>
          </p:nvSpPr>
          <p:spPr>
            <a:xfrm>
              <a:off x="4826853" y="276231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FAAC06C-6CD7-3446-FA13-577FCADA074D}"/>
                </a:ext>
              </a:extLst>
            </p:cNvPr>
            <p:cNvSpPr/>
            <p:nvPr/>
          </p:nvSpPr>
          <p:spPr>
            <a:xfrm>
              <a:off x="5305447" y="2607190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D28E6B72-9424-CE51-9AA9-03C7772B4B1D}"/>
                </a:ext>
              </a:extLst>
            </p:cNvPr>
            <p:cNvSpPr/>
            <p:nvPr/>
          </p:nvSpPr>
          <p:spPr>
            <a:xfrm>
              <a:off x="5758742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DDE8EE3-956A-F107-F00C-BB6B6A0E2FB5}"/>
                </a:ext>
              </a:extLst>
            </p:cNvPr>
            <p:cNvSpPr/>
            <p:nvPr/>
          </p:nvSpPr>
          <p:spPr>
            <a:xfrm>
              <a:off x="6237336" y="260634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7D3C93AA-FAF7-D00F-0170-08BCA062C4F5}"/>
                </a:ext>
              </a:extLst>
            </p:cNvPr>
            <p:cNvSpPr/>
            <p:nvPr/>
          </p:nvSpPr>
          <p:spPr>
            <a:xfrm>
              <a:off x="6728994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7326B2B5-D149-465B-FEF0-EBD6C623E8AC}"/>
                </a:ext>
              </a:extLst>
            </p:cNvPr>
            <p:cNvSpPr/>
            <p:nvPr/>
          </p:nvSpPr>
          <p:spPr>
            <a:xfrm>
              <a:off x="3894964" y="320521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D434F1E5-2FE5-1704-9B4B-77137C27126F}"/>
                </a:ext>
              </a:extLst>
            </p:cNvPr>
            <p:cNvSpPr/>
            <p:nvPr/>
          </p:nvSpPr>
          <p:spPr>
            <a:xfrm>
              <a:off x="4344492" y="306058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5BD66EAD-00DE-47D8-8E8A-9A7A013584B4}"/>
                </a:ext>
              </a:extLst>
            </p:cNvPr>
            <p:cNvSpPr/>
            <p:nvPr/>
          </p:nvSpPr>
          <p:spPr>
            <a:xfrm>
              <a:off x="4826853" y="322695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9B8F10E5-2221-A171-060D-7FB3CE806A68}"/>
                </a:ext>
              </a:extLst>
            </p:cNvPr>
            <p:cNvSpPr/>
            <p:nvPr/>
          </p:nvSpPr>
          <p:spPr>
            <a:xfrm>
              <a:off x="5305447" y="307183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282217B8-6DF8-E370-9EBB-7041C8EB8DB6}"/>
                </a:ext>
              </a:extLst>
            </p:cNvPr>
            <p:cNvSpPr/>
            <p:nvPr/>
          </p:nvSpPr>
          <p:spPr>
            <a:xfrm>
              <a:off x="5758742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6ED08220-81AA-9A76-1ADC-18420A6DA5CF}"/>
                </a:ext>
              </a:extLst>
            </p:cNvPr>
            <p:cNvSpPr/>
            <p:nvPr/>
          </p:nvSpPr>
          <p:spPr>
            <a:xfrm>
              <a:off x="6237336" y="307099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2073AFA1-5D25-373B-C0FD-AF911E61A74F}"/>
                </a:ext>
              </a:extLst>
            </p:cNvPr>
            <p:cNvSpPr/>
            <p:nvPr/>
          </p:nvSpPr>
          <p:spPr>
            <a:xfrm>
              <a:off x="6728994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A7BC862D-FB81-9362-97AF-9A4838534442}"/>
                </a:ext>
              </a:extLst>
            </p:cNvPr>
            <p:cNvSpPr/>
            <p:nvPr/>
          </p:nvSpPr>
          <p:spPr>
            <a:xfrm>
              <a:off x="4344492" y="352523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07215B35-553F-9AB9-46CB-5498AB007C45}"/>
                </a:ext>
              </a:extLst>
            </p:cNvPr>
            <p:cNvSpPr/>
            <p:nvPr/>
          </p:nvSpPr>
          <p:spPr>
            <a:xfrm>
              <a:off x="5305447" y="353647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319F3139-A454-2891-B6C3-571609A93C75}"/>
                </a:ext>
              </a:extLst>
            </p:cNvPr>
            <p:cNvSpPr/>
            <p:nvPr/>
          </p:nvSpPr>
          <p:spPr>
            <a:xfrm>
              <a:off x="6237336" y="353563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2B389DC9-0A0D-189D-9178-8AEAE489D560}"/>
              </a:ext>
            </a:extLst>
          </p:cNvPr>
          <p:cNvSpPr/>
          <p:nvPr/>
        </p:nvSpPr>
        <p:spPr>
          <a:xfrm>
            <a:off x="5151180" y="2486604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865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49A5-CBF1-F989-CB6A-1D10E41F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FC0EFCD4-D396-7462-26AB-6BE56CAA5EAD}"/>
              </a:ext>
            </a:extLst>
          </p:cNvPr>
          <p:cNvGrpSpPr/>
          <p:nvPr/>
        </p:nvGrpSpPr>
        <p:grpSpPr>
          <a:xfrm>
            <a:off x="5344456" y="1483536"/>
            <a:ext cx="614149" cy="525971"/>
            <a:chOff x="2544855" y="3428999"/>
            <a:chExt cx="614149" cy="525971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AE29FD4D-34EB-7955-64C1-AAF2477F15FF}"/>
                </a:ext>
              </a:extLst>
            </p:cNvPr>
            <p:cNvSpPr/>
            <p:nvPr/>
          </p:nvSpPr>
          <p:spPr>
            <a:xfrm flipH="1">
              <a:off x="2773455" y="359627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C38F4485-D805-0F9E-00BC-0ACCFC91C430}"/>
                </a:ext>
              </a:extLst>
            </p:cNvPr>
            <p:cNvSpPr/>
            <p:nvPr/>
          </p:nvSpPr>
          <p:spPr>
            <a:xfrm rot="2344303" flipH="1">
              <a:off x="2544855" y="342900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8F2AA422-2F29-9108-D4D3-F28CDB3BBEF7}"/>
                </a:ext>
              </a:extLst>
            </p:cNvPr>
            <p:cNvSpPr/>
            <p:nvPr/>
          </p:nvSpPr>
          <p:spPr>
            <a:xfrm rot="19255697">
              <a:off x="3002055" y="34289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F08571FC-2D75-D045-ECBD-FE8FEB8C92B7}"/>
                </a:ext>
              </a:extLst>
            </p:cNvPr>
            <p:cNvSpPr/>
            <p:nvPr/>
          </p:nvSpPr>
          <p:spPr>
            <a:xfrm rot="19255697" flipH="1" flipV="1">
              <a:off x="2544855" y="37911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2FA64583-C6FF-339A-BD81-7DAD02873AF0}"/>
                </a:ext>
              </a:extLst>
            </p:cNvPr>
            <p:cNvSpPr/>
            <p:nvPr/>
          </p:nvSpPr>
          <p:spPr>
            <a:xfrm rot="2344303" flipV="1">
              <a:off x="3002055" y="379119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88C35469-7CB9-98A1-7EED-198C70C3462C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달리아 </a:t>
            </a:r>
            <a:r>
              <a:rPr lang="en-US" altLang="ko-KR" dirty="0"/>
              <a:t>Scenario 1: </a:t>
            </a:r>
            <a:r>
              <a:rPr lang="ko-KR" altLang="en-US" dirty="0"/>
              <a:t>군집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902534E1-694F-7D8A-E261-0F628C86922C}"/>
              </a:ext>
            </a:extLst>
          </p:cNvPr>
          <p:cNvSpPr/>
          <p:nvPr/>
        </p:nvSpPr>
        <p:spPr>
          <a:xfrm>
            <a:off x="4952966" y="4759524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565FA24-6AEB-96DE-5DC1-DF4DC4DA1CBF}"/>
              </a:ext>
            </a:extLst>
          </p:cNvPr>
          <p:cNvSpPr/>
          <p:nvPr/>
        </p:nvSpPr>
        <p:spPr>
          <a:xfrm>
            <a:off x="5458765" y="1549677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AF24D1C3-10A9-87DD-4CC3-883E1ECBC5F2}"/>
              </a:ext>
            </a:extLst>
          </p:cNvPr>
          <p:cNvGrpSpPr/>
          <p:nvPr/>
        </p:nvGrpSpPr>
        <p:grpSpPr>
          <a:xfrm>
            <a:off x="3320107" y="3044686"/>
            <a:ext cx="614149" cy="525971"/>
            <a:chOff x="2544855" y="3428999"/>
            <a:chExt cx="614149" cy="525971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6D24156-EBBD-45FA-E6D3-6F9CB3AECFEF}"/>
                </a:ext>
              </a:extLst>
            </p:cNvPr>
            <p:cNvSpPr/>
            <p:nvPr/>
          </p:nvSpPr>
          <p:spPr>
            <a:xfrm flipH="1">
              <a:off x="2773455" y="359627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96B646C-8375-FB0C-E044-BE4C865F748E}"/>
                </a:ext>
              </a:extLst>
            </p:cNvPr>
            <p:cNvSpPr/>
            <p:nvPr/>
          </p:nvSpPr>
          <p:spPr>
            <a:xfrm rot="2344303" flipH="1">
              <a:off x="2544855" y="342900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2F7621C-A294-4FAC-F6BF-4261519E7130}"/>
                </a:ext>
              </a:extLst>
            </p:cNvPr>
            <p:cNvSpPr/>
            <p:nvPr/>
          </p:nvSpPr>
          <p:spPr>
            <a:xfrm rot="19255697">
              <a:off x="3002055" y="34289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DB8F0AB-79F4-5A56-CBD0-21DE3620930A}"/>
                </a:ext>
              </a:extLst>
            </p:cNvPr>
            <p:cNvSpPr/>
            <p:nvPr/>
          </p:nvSpPr>
          <p:spPr>
            <a:xfrm rot="19255697" flipH="1" flipV="1">
              <a:off x="2544855" y="37911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784AE4C-774C-4571-9152-5940692C6AD5}"/>
                </a:ext>
              </a:extLst>
            </p:cNvPr>
            <p:cNvSpPr/>
            <p:nvPr/>
          </p:nvSpPr>
          <p:spPr>
            <a:xfrm rot="2344303" flipV="1">
              <a:off x="3002055" y="379119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F2B74A4D-E3B9-8759-2C09-CC6AB291BFA6}"/>
              </a:ext>
            </a:extLst>
          </p:cNvPr>
          <p:cNvGrpSpPr/>
          <p:nvPr/>
        </p:nvGrpSpPr>
        <p:grpSpPr>
          <a:xfrm>
            <a:off x="4645891" y="2685990"/>
            <a:ext cx="614149" cy="525971"/>
            <a:chOff x="2544855" y="3428999"/>
            <a:chExt cx="614149" cy="525971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9D68E7F-D5D6-C329-3464-7A6423BAA059}"/>
                </a:ext>
              </a:extLst>
            </p:cNvPr>
            <p:cNvSpPr/>
            <p:nvPr/>
          </p:nvSpPr>
          <p:spPr>
            <a:xfrm flipH="1">
              <a:off x="2773455" y="359627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4D144CAB-C531-C20F-2277-7B218F62EAD7}"/>
                </a:ext>
              </a:extLst>
            </p:cNvPr>
            <p:cNvSpPr/>
            <p:nvPr/>
          </p:nvSpPr>
          <p:spPr>
            <a:xfrm rot="2344303" flipH="1">
              <a:off x="2544855" y="342900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C3619244-0020-6665-6F96-8208D4718238}"/>
                </a:ext>
              </a:extLst>
            </p:cNvPr>
            <p:cNvSpPr/>
            <p:nvPr/>
          </p:nvSpPr>
          <p:spPr>
            <a:xfrm rot="19255697">
              <a:off x="3002055" y="34289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EB68E979-3049-A05A-7094-BC1DBB1B29F4}"/>
                </a:ext>
              </a:extLst>
            </p:cNvPr>
            <p:cNvSpPr/>
            <p:nvPr/>
          </p:nvSpPr>
          <p:spPr>
            <a:xfrm rot="19255697" flipH="1" flipV="1">
              <a:off x="2544855" y="37911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83AA34B2-05E7-346F-D5EF-A1A8B65C3AC2}"/>
                </a:ext>
              </a:extLst>
            </p:cNvPr>
            <p:cNvSpPr/>
            <p:nvPr/>
          </p:nvSpPr>
          <p:spPr>
            <a:xfrm rot="2344303" flipV="1">
              <a:off x="3002055" y="379119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CB243294-7C3D-5B12-5D54-66F2C0F25ED0}"/>
              </a:ext>
            </a:extLst>
          </p:cNvPr>
          <p:cNvGrpSpPr/>
          <p:nvPr/>
        </p:nvGrpSpPr>
        <p:grpSpPr>
          <a:xfrm>
            <a:off x="5481851" y="3714103"/>
            <a:ext cx="614149" cy="525971"/>
            <a:chOff x="2544855" y="3428999"/>
            <a:chExt cx="614149" cy="525971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7C0CF9DF-A050-B8E9-7CA5-64AC81B436CE}"/>
                </a:ext>
              </a:extLst>
            </p:cNvPr>
            <p:cNvSpPr/>
            <p:nvPr/>
          </p:nvSpPr>
          <p:spPr>
            <a:xfrm flipH="1">
              <a:off x="2773455" y="359627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D5110BE5-B5A9-9B2C-B99D-2BEAD53307C9}"/>
                </a:ext>
              </a:extLst>
            </p:cNvPr>
            <p:cNvSpPr/>
            <p:nvPr/>
          </p:nvSpPr>
          <p:spPr>
            <a:xfrm rot="2344303" flipH="1">
              <a:off x="2544855" y="342900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488C7D83-3A1E-E127-1965-B2362AE94AF0}"/>
                </a:ext>
              </a:extLst>
            </p:cNvPr>
            <p:cNvSpPr/>
            <p:nvPr/>
          </p:nvSpPr>
          <p:spPr>
            <a:xfrm rot="19255697">
              <a:off x="3002055" y="34289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1D69895-4826-ABD1-E191-740EEA08FDA5}"/>
                </a:ext>
              </a:extLst>
            </p:cNvPr>
            <p:cNvSpPr/>
            <p:nvPr/>
          </p:nvSpPr>
          <p:spPr>
            <a:xfrm rot="19255697" flipH="1" flipV="1">
              <a:off x="2544855" y="37911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3B18938-6875-12EB-43B6-782441963E8B}"/>
                </a:ext>
              </a:extLst>
            </p:cNvPr>
            <p:cNvSpPr/>
            <p:nvPr/>
          </p:nvSpPr>
          <p:spPr>
            <a:xfrm rot="2344303" flipV="1">
              <a:off x="3002055" y="379119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06F1C8D-C350-CCB9-CCAA-74EB2CB2F404}"/>
              </a:ext>
            </a:extLst>
          </p:cNvPr>
          <p:cNvGrpSpPr/>
          <p:nvPr/>
        </p:nvGrpSpPr>
        <p:grpSpPr>
          <a:xfrm>
            <a:off x="6389165" y="2343993"/>
            <a:ext cx="614149" cy="525971"/>
            <a:chOff x="2544855" y="3428999"/>
            <a:chExt cx="614149" cy="525971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ED58FA4-2A7D-F828-4DF7-1E2736E070F1}"/>
                </a:ext>
              </a:extLst>
            </p:cNvPr>
            <p:cNvSpPr/>
            <p:nvPr/>
          </p:nvSpPr>
          <p:spPr>
            <a:xfrm flipH="1">
              <a:off x="2773455" y="359627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0EBC0D21-5214-2C1D-268E-8876C1CA5C80}"/>
                </a:ext>
              </a:extLst>
            </p:cNvPr>
            <p:cNvSpPr/>
            <p:nvPr/>
          </p:nvSpPr>
          <p:spPr>
            <a:xfrm rot="2344303" flipH="1">
              <a:off x="2544855" y="342900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433881FF-C5EB-FC9C-6483-7CECA4E075F1}"/>
                </a:ext>
              </a:extLst>
            </p:cNvPr>
            <p:cNvSpPr/>
            <p:nvPr/>
          </p:nvSpPr>
          <p:spPr>
            <a:xfrm rot="19255697">
              <a:off x="3002055" y="34289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F600A43B-7DA6-A03D-BA47-0E6D358CBB48}"/>
                </a:ext>
              </a:extLst>
            </p:cNvPr>
            <p:cNvSpPr/>
            <p:nvPr/>
          </p:nvSpPr>
          <p:spPr>
            <a:xfrm rot="19255697" flipH="1" flipV="1">
              <a:off x="2544855" y="37911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C696F096-5830-C5ED-F95C-51849D3F89DB}"/>
                </a:ext>
              </a:extLst>
            </p:cNvPr>
            <p:cNvSpPr/>
            <p:nvPr/>
          </p:nvSpPr>
          <p:spPr>
            <a:xfrm rot="2344303" flipV="1">
              <a:off x="3002055" y="379119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44A2D8E0-06F3-B200-76EB-6B42EBB1EFDD}"/>
              </a:ext>
            </a:extLst>
          </p:cNvPr>
          <p:cNvGrpSpPr/>
          <p:nvPr/>
        </p:nvGrpSpPr>
        <p:grpSpPr>
          <a:xfrm>
            <a:off x="7832472" y="3293847"/>
            <a:ext cx="614149" cy="525971"/>
            <a:chOff x="2544855" y="3428999"/>
            <a:chExt cx="614149" cy="525971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2503C45D-E54C-2771-C8D0-81B3CCCBC6F3}"/>
                </a:ext>
              </a:extLst>
            </p:cNvPr>
            <p:cNvSpPr/>
            <p:nvPr/>
          </p:nvSpPr>
          <p:spPr>
            <a:xfrm flipH="1">
              <a:off x="2773455" y="359627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9D499C8C-3E28-6F3D-7415-ECB5C9276C97}"/>
                </a:ext>
              </a:extLst>
            </p:cNvPr>
            <p:cNvSpPr/>
            <p:nvPr/>
          </p:nvSpPr>
          <p:spPr>
            <a:xfrm rot="2344303" flipH="1">
              <a:off x="2544855" y="342900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E04B2BAA-4956-619F-BC9B-6C028B2DFA12}"/>
                </a:ext>
              </a:extLst>
            </p:cNvPr>
            <p:cNvSpPr/>
            <p:nvPr/>
          </p:nvSpPr>
          <p:spPr>
            <a:xfrm rot="19255697">
              <a:off x="3002055" y="34289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71D6DEF9-803E-B28D-C09E-087610504FFA}"/>
                </a:ext>
              </a:extLst>
            </p:cNvPr>
            <p:cNvSpPr/>
            <p:nvPr/>
          </p:nvSpPr>
          <p:spPr>
            <a:xfrm rot="19255697" flipH="1" flipV="1">
              <a:off x="2544855" y="379119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E1999844-76DB-B61C-DD6E-82219D245761}"/>
                </a:ext>
              </a:extLst>
            </p:cNvPr>
            <p:cNvSpPr/>
            <p:nvPr/>
          </p:nvSpPr>
          <p:spPr>
            <a:xfrm rot="2344303" flipV="1">
              <a:off x="3002055" y="379119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3520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6199-6757-1F01-5DF1-A98A40FAB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타원 78">
            <a:extLst>
              <a:ext uri="{FF2B5EF4-FFF2-40B4-BE49-F238E27FC236}">
                <a16:creationId xmlns:a16="http://schemas.microsoft.com/office/drawing/2014/main" id="{39948178-B1F8-DE64-7B9D-BBA7BD555F3B}"/>
              </a:ext>
            </a:extLst>
          </p:cNvPr>
          <p:cNvSpPr/>
          <p:nvPr/>
        </p:nvSpPr>
        <p:spPr>
          <a:xfrm>
            <a:off x="7485493" y="4034735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526B1F-6801-1687-01FC-D12CE76D92F8}"/>
              </a:ext>
            </a:extLst>
          </p:cNvPr>
          <p:cNvSpPr txBox="1"/>
          <p:nvPr/>
        </p:nvSpPr>
        <p:spPr>
          <a:xfrm>
            <a:off x="309984" y="190500"/>
            <a:ext cx="41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카시오페아</a:t>
            </a:r>
            <a:r>
              <a:rPr lang="ko-KR" altLang="en-US" dirty="0"/>
              <a:t> </a:t>
            </a:r>
            <a:r>
              <a:rPr lang="en-US" altLang="ko-KR" dirty="0"/>
              <a:t>Scenario 1: </a:t>
            </a:r>
            <a:r>
              <a:rPr lang="ko-KR" altLang="en-US" dirty="0"/>
              <a:t>분산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B976D9AE-1270-07A4-1CD1-13478999B2C4}"/>
              </a:ext>
            </a:extLst>
          </p:cNvPr>
          <p:cNvSpPr/>
          <p:nvPr/>
        </p:nvSpPr>
        <p:spPr>
          <a:xfrm>
            <a:off x="2312444" y="3931264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04AA518-59BC-A6A1-AE2F-C71F92404F10}"/>
              </a:ext>
            </a:extLst>
          </p:cNvPr>
          <p:cNvSpPr/>
          <p:nvPr/>
        </p:nvSpPr>
        <p:spPr>
          <a:xfrm>
            <a:off x="5528188" y="5317495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C3B88D53-D6DC-F514-C505-F4E8123D6132}"/>
              </a:ext>
            </a:extLst>
          </p:cNvPr>
          <p:cNvGrpSpPr/>
          <p:nvPr/>
        </p:nvGrpSpPr>
        <p:grpSpPr>
          <a:xfrm rot="15146257">
            <a:off x="274054" y="4881445"/>
            <a:ext cx="1985749" cy="405073"/>
            <a:chOff x="2386918" y="5481723"/>
            <a:chExt cx="1985749" cy="405073"/>
          </a:xfrm>
        </p:grpSpPr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A80F7373-6922-B1BA-08B2-D1CEF530F8B7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F0F2A838-C962-5FE3-9804-AC2793DEFFEF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75E424CB-905E-E2E8-3B18-DEE663C44484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A8474E0B-A312-CECA-4882-70C20400E441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512B832F-1331-5EE0-B5FD-E5D49810121F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940E49BD-AD54-FC1D-A9B0-AFFEE96E124E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4C08D800-F383-3712-2AF9-3D03161A0661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05AB4ED3-F758-E44B-4587-EEA9396CAA38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0B35B536-9FEB-DAD2-C94E-88E978ECA626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1418B3F1-2B59-C7D1-1C12-875A65D29A03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202D572B-47AE-AEDA-31E0-B806B5FB5741}"/>
              </a:ext>
            </a:extLst>
          </p:cNvPr>
          <p:cNvGrpSpPr/>
          <p:nvPr/>
        </p:nvGrpSpPr>
        <p:grpSpPr>
          <a:xfrm rot="8747969">
            <a:off x="9330764" y="5067537"/>
            <a:ext cx="1985749" cy="405073"/>
            <a:chOff x="2386918" y="5481723"/>
            <a:chExt cx="1985749" cy="405073"/>
          </a:xfrm>
        </p:grpSpPr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B5DE2338-02D1-2B86-8540-F2A053632D8A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9F43050B-9DA1-B135-BE5C-4A6628FE6DE1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61B8BCCA-2FCF-3AFE-D974-785D5469169E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D1D57041-CBA5-37EC-3317-0A7A3DF273E2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885CFF7B-4CF8-D905-309B-35CA5EF04E28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C6571464-E03D-15F8-0288-903E0DA6CB52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857D6CAC-A284-8371-1033-7598E8BCBDF3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AA355CDB-B05F-195C-97A1-79490E02D8F1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F8C78F19-33B0-E5E0-DAC4-2D3356F7678B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24433742-E751-18E4-0ED3-0DB058D063B2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8258AFAB-B781-D655-CEAA-960B44FF62D6}"/>
              </a:ext>
            </a:extLst>
          </p:cNvPr>
          <p:cNvGrpSpPr/>
          <p:nvPr/>
        </p:nvGrpSpPr>
        <p:grpSpPr>
          <a:xfrm rot="20564457">
            <a:off x="3488876" y="1135461"/>
            <a:ext cx="1987715" cy="677419"/>
            <a:chOff x="3274570" y="2343686"/>
            <a:chExt cx="1987715" cy="677419"/>
          </a:xfrm>
        </p:grpSpPr>
        <p:sp>
          <p:nvSpPr>
            <p:cNvPr id="262" name="직사각형 261">
              <a:extLst>
                <a:ext uri="{FF2B5EF4-FFF2-40B4-BE49-F238E27FC236}">
                  <a16:creationId xmlns:a16="http://schemas.microsoft.com/office/drawing/2014/main" id="{DA15D7BF-7ADF-FAA2-ED9F-6DD324F5E2D5}"/>
                </a:ext>
              </a:extLst>
            </p:cNvPr>
            <p:cNvSpPr/>
            <p:nvPr/>
          </p:nvSpPr>
          <p:spPr>
            <a:xfrm rot="21571061">
              <a:off x="3274570" y="261604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3" name="직사각형 262">
              <a:extLst>
                <a:ext uri="{FF2B5EF4-FFF2-40B4-BE49-F238E27FC236}">
                  <a16:creationId xmlns:a16="http://schemas.microsoft.com/office/drawing/2014/main" id="{6535FCFA-86AF-DFB4-D76D-4247FDF766AF}"/>
                </a:ext>
              </a:extLst>
            </p:cNvPr>
            <p:cNvSpPr/>
            <p:nvPr/>
          </p:nvSpPr>
          <p:spPr>
            <a:xfrm rot="21571061">
              <a:off x="3731754" y="261219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520C28C8-2A35-911C-7AC3-B13153C71326}"/>
                </a:ext>
              </a:extLst>
            </p:cNvPr>
            <p:cNvSpPr/>
            <p:nvPr/>
          </p:nvSpPr>
          <p:spPr>
            <a:xfrm rot="21571061">
              <a:off x="4188937" y="260834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5" name="직사각형 264">
              <a:extLst>
                <a:ext uri="{FF2B5EF4-FFF2-40B4-BE49-F238E27FC236}">
                  <a16:creationId xmlns:a16="http://schemas.microsoft.com/office/drawing/2014/main" id="{D7AC7819-E21E-F811-E892-527B083ABA06}"/>
                </a:ext>
              </a:extLst>
            </p:cNvPr>
            <p:cNvSpPr/>
            <p:nvPr/>
          </p:nvSpPr>
          <p:spPr>
            <a:xfrm rot="21571061">
              <a:off x="4646121" y="260449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FFD7EE08-E2D7-E6E6-16ED-B2BDE146D276}"/>
                </a:ext>
              </a:extLst>
            </p:cNvPr>
            <p:cNvSpPr/>
            <p:nvPr/>
          </p:nvSpPr>
          <p:spPr>
            <a:xfrm rot="21571061">
              <a:off x="3276601" y="28573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7" name="직사각형 266">
              <a:extLst>
                <a:ext uri="{FF2B5EF4-FFF2-40B4-BE49-F238E27FC236}">
                  <a16:creationId xmlns:a16="http://schemas.microsoft.com/office/drawing/2014/main" id="{E84042C6-CB6F-D4EF-B70B-CF63AE03846A}"/>
                </a:ext>
              </a:extLst>
            </p:cNvPr>
            <p:cNvSpPr/>
            <p:nvPr/>
          </p:nvSpPr>
          <p:spPr>
            <a:xfrm rot="21571061">
              <a:off x="3733785" y="285348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0EE572B5-0052-E239-91BA-D6FC294136B7}"/>
                </a:ext>
              </a:extLst>
            </p:cNvPr>
            <p:cNvSpPr/>
            <p:nvPr/>
          </p:nvSpPr>
          <p:spPr>
            <a:xfrm rot="21571061">
              <a:off x="4190969" y="2849635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1D050AF4-7127-9174-1EB6-3F0E2B4043E3}"/>
                </a:ext>
              </a:extLst>
            </p:cNvPr>
            <p:cNvSpPr/>
            <p:nvPr/>
          </p:nvSpPr>
          <p:spPr>
            <a:xfrm rot="21571061">
              <a:off x="4648152" y="28457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E962CEE0-0564-505F-1BFC-04DB050806C7}"/>
                </a:ext>
              </a:extLst>
            </p:cNvPr>
            <p:cNvSpPr/>
            <p:nvPr/>
          </p:nvSpPr>
          <p:spPr>
            <a:xfrm rot="21571061">
              <a:off x="5103305" y="260064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059F3F20-3767-D7A8-AE34-D07685A86204}"/>
                </a:ext>
              </a:extLst>
            </p:cNvPr>
            <p:cNvSpPr/>
            <p:nvPr/>
          </p:nvSpPr>
          <p:spPr>
            <a:xfrm rot="21571061">
              <a:off x="5105336" y="2841937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41BA81D2-2ABD-999C-AC49-58DFBB1EB3D8}"/>
                </a:ext>
              </a:extLst>
            </p:cNvPr>
            <p:cNvSpPr/>
            <p:nvPr/>
          </p:nvSpPr>
          <p:spPr>
            <a:xfrm rot="21571061">
              <a:off x="3274570" y="235908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B1D6E210-3E3F-9627-AB26-68D1E7A8B11C}"/>
                </a:ext>
              </a:extLst>
            </p:cNvPr>
            <p:cNvSpPr/>
            <p:nvPr/>
          </p:nvSpPr>
          <p:spPr>
            <a:xfrm rot="21571061">
              <a:off x="3731754" y="23552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직사각형 274">
              <a:extLst>
                <a:ext uri="{FF2B5EF4-FFF2-40B4-BE49-F238E27FC236}">
                  <a16:creationId xmlns:a16="http://schemas.microsoft.com/office/drawing/2014/main" id="{5DD3E84A-F232-C0DD-5C4F-8C26305F0368}"/>
                </a:ext>
              </a:extLst>
            </p:cNvPr>
            <p:cNvSpPr/>
            <p:nvPr/>
          </p:nvSpPr>
          <p:spPr>
            <a:xfrm rot="21571061">
              <a:off x="4188937" y="235138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5280212A-5050-1FBD-6D12-448BDC9D5DDE}"/>
                </a:ext>
              </a:extLst>
            </p:cNvPr>
            <p:cNvSpPr/>
            <p:nvPr/>
          </p:nvSpPr>
          <p:spPr>
            <a:xfrm rot="21571061">
              <a:off x="4646121" y="234753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058A7460-CCA8-B6CD-4F7B-7469959635F4}"/>
                </a:ext>
              </a:extLst>
            </p:cNvPr>
            <p:cNvSpPr/>
            <p:nvPr/>
          </p:nvSpPr>
          <p:spPr>
            <a:xfrm rot="21571061">
              <a:off x="5103305" y="23436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6D6975B5-C753-6BAD-FEBC-29ECA0E364F8}"/>
              </a:ext>
            </a:extLst>
          </p:cNvPr>
          <p:cNvGrpSpPr/>
          <p:nvPr/>
        </p:nvGrpSpPr>
        <p:grpSpPr>
          <a:xfrm rot="16200000">
            <a:off x="4732310" y="3947730"/>
            <a:ext cx="1985749" cy="405073"/>
            <a:chOff x="2386918" y="5481723"/>
            <a:chExt cx="1985749" cy="405073"/>
          </a:xfrm>
        </p:grpSpPr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A38E1765-D1D5-A9CE-65BA-788999C2F047}"/>
                </a:ext>
              </a:extLst>
            </p:cNvPr>
            <p:cNvSpPr/>
            <p:nvPr/>
          </p:nvSpPr>
          <p:spPr>
            <a:xfrm>
              <a:off x="23869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2D4701F9-4765-A2A5-19D3-4A384F4DE8AC}"/>
                </a:ext>
              </a:extLst>
            </p:cNvPr>
            <p:cNvSpPr/>
            <p:nvPr/>
          </p:nvSpPr>
          <p:spPr>
            <a:xfrm>
              <a:off x="28441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직사각형 281">
              <a:extLst>
                <a:ext uri="{FF2B5EF4-FFF2-40B4-BE49-F238E27FC236}">
                  <a16:creationId xmlns:a16="http://schemas.microsoft.com/office/drawing/2014/main" id="{FC4CBDC0-ADDE-8EC7-2286-F80ADE144B1C}"/>
                </a:ext>
              </a:extLst>
            </p:cNvPr>
            <p:cNvSpPr/>
            <p:nvPr/>
          </p:nvSpPr>
          <p:spPr>
            <a:xfrm>
              <a:off x="33013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직사각형 282">
              <a:extLst>
                <a:ext uri="{FF2B5EF4-FFF2-40B4-BE49-F238E27FC236}">
                  <a16:creationId xmlns:a16="http://schemas.microsoft.com/office/drawing/2014/main" id="{735351F1-E4A4-C4A2-E404-607261E2F14F}"/>
                </a:ext>
              </a:extLst>
            </p:cNvPr>
            <p:cNvSpPr/>
            <p:nvPr/>
          </p:nvSpPr>
          <p:spPr>
            <a:xfrm>
              <a:off x="37585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4" name="직사각형 283">
              <a:extLst>
                <a:ext uri="{FF2B5EF4-FFF2-40B4-BE49-F238E27FC236}">
                  <a16:creationId xmlns:a16="http://schemas.microsoft.com/office/drawing/2014/main" id="{CB7ADD67-D981-3467-5AA2-6C0F9D3F3C1D}"/>
                </a:ext>
              </a:extLst>
            </p:cNvPr>
            <p:cNvSpPr/>
            <p:nvPr/>
          </p:nvSpPr>
          <p:spPr>
            <a:xfrm>
              <a:off x="23869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BE33724A-E31D-E03F-EC70-CBC74BB169DA}"/>
                </a:ext>
              </a:extLst>
            </p:cNvPr>
            <p:cNvSpPr/>
            <p:nvPr/>
          </p:nvSpPr>
          <p:spPr>
            <a:xfrm>
              <a:off x="28441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E584EF2F-B978-B65E-B3C2-04560F902DA8}"/>
                </a:ext>
              </a:extLst>
            </p:cNvPr>
            <p:cNvSpPr/>
            <p:nvPr/>
          </p:nvSpPr>
          <p:spPr>
            <a:xfrm>
              <a:off x="33013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7" name="직사각형 286">
              <a:extLst>
                <a:ext uri="{FF2B5EF4-FFF2-40B4-BE49-F238E27FC236}">
                  <a16:creationId xmlns:a16="http://schemas.microsoft.com/office/drawing/2014/main" id="{A4F67DC9-437F-8632-56CA-88EBDB7384A0}"/>
                </a:ext>
              </a:extLst>
            </p:cNvPr>
            <p:cNvSpPr/>
            <p:nvPr/>
          </p:nvSpPr>
          <p:spPr>
            <a:xfrm>
              <a:off x="37585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8" name="직사각형 287">
              <a:extLst>
                <a:ext uri="{FF2B5EF4-FFF2-40B4-BE49-F238E27FC236}">
                  <a16:creationId xmlns:a16="http://schemas.microsoft.com/office/drawing/2014/main" id="{9F301DCE-44CF-590C-B709-5E1846572932}"/>
                </a:ext>
              </a:extLst>
            </p:cNvPr>
            <p:cNvSpPr/>
            <p:nvPr/>
          </p:nvSpPr>
          <p:spPr>
            <a:xfrm>
              <a:off x="4215718" y="54817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A8383F61-AC78-26B7-7231-C159308B4941}"/>
                </a:ext>
              </a:extLst>
            </p:cNvPr>
            <p:cNvSpPr/>
            <p:nvPr/>
          </p:nvSpPr>
          <p:spPr>
            <a:xfrm>
              <a:off x="4215718" y="572302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1854CF42-E073-6F7A-0F3D-FD4F1AC0481D}"/>
              </a:ext>
            </a:extLst>
          </p:cNvPr>
          <p:cNvGrpSpPr/>
          <p:nvPr/>
        </p:nvGrpSpPr>
        <p:grpSpPr>
          <a:xfrm rot="698436">
            <a:off x="6171410" y="1059602"/>
            <a:ext cx="1987715" cy="677419"/>
            <a:chOff x="3274570" y="2343686"/>
            <a:chExt cx="1987715" cy="677419"/>
          </a:xfrm>
        </p:grpSpPr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5E2C0B3B-B6A7-F1B2-D3F6-7DCE884A63DC}"/>
                </a:ext>
              </a:extLst>
            </p:cNvPr>
            <p:cNvSpPr/>
            <p:nvPr/>
          </p:nvSpPr>
          <p:spPr>
            <a:xfrm rot="21571061">
              <a:off x="3274570" y="261604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직사각형 291">
              <a:extLst>
                <a:ext uri="{FF2B5EF4-FFF2-40B4-BE49-F238E27FC236}">
                  <a16:creationId xmlns:a16="http://schemas.microsoft.com/office/drawing/2014/main" id="{76411544-4E22-128A-2C91-564107A800A6}"/>
                </a:ext>
              </a:extLst>
            </p:cNvPr>
            <p:cNvSpPr/>
            <p:nvPr/>
          </p:nvSpPr>
          <p:spPr>
            <a:xfrm rot="21571061">
              <a:off x="3731754" y="261219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39AE5B93-B59A-436F-A32E-6F1A7EF7D2C6}"/>
                </a:ext>
              </a:extLst>
            </p:cNvPr>
            <p:cNvSpPr/>
            <p:nvPr/>
          </p:nvSpPr>
          <p:spPr>
            <a:xfrm rot="21571061">
              <a:off x="4188937" y="260834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532D88C9-C4B6-969B-EB4D-6F1A84AD1B16}"/>
                </a:ext>
              </a:extLst>
            </p:cNvPr>
            <p:cNvSpPr/>
            <p:nvPr/>
          </p:nvSpPr>
          <p:spPr>
            <a:xfrm rot="21571061">
              <a:off x="4646121" y="260449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FC4DAF84-B728-0A45-7718-50261C452BB3}"/>
                </a:ext>
              </a:extLst>
            </p:cNvPr>
            <p:cNvSpPr/>
            <p:nvPr/>
          </p:nvSpPr>
          <p:spPr>
            <a:xfrm rot="21571061">
              <a:off x="3276601" y="28573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5B3FF81D-620C-F2F3-3158-71706A623B71}"/>
                </a:ext>
              </a:extLst>
            </p:cNvPr>
            <p:cNvSpPr/>
            <p:nvPr/>
          </p:nvSpPr>
          <p:spPr>
            <a:xfrm rot="21571061">
              <a:off x="3733785" y="285348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B0F1B4AD-E374-A704-DEB1-47FDCA40E977}"/>
                </a:ext>
              </a:extLst>
            </p:cNvPr>
            <p:cNvSpPr/>
            <p:nvPr/>
          </p:nvSpPr>
          <p:spPr>
            <a:xfrm rot="21571061">
              <a:off x="4190969" y="2849635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BF2B736F-EE38-3FE3-8BC8-1ABCC8E3BCB1}"/>
                </a:ext>
              </a:extLst>
            </p:cNvPr>
            <p:cNvSpPr/>
            <p:nvPr/>
          </p:nvSpPr>
          <p:spPr>
            <a:xfrm rot="21571061">
              <a:off x="4648152" y="28457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D67FA15E-566E-47D5-AF6E-406E31D98FB7}"/>
                </a:ext>
              </a:extLst>
            </p:cNvPr>
            <p:cNvSpPr/>
            <p:nvPr/>
          </p:nvSpPr>
          <p:spPr>
            <a:xfrm rot="21571061">
              <a:off x="5103305" y="260064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5487082B-7BF9-4A7A-36B0-4B9072407441}"/>
                </a:ext>
              </a:extLst>
            </p:cNvPr>
            <p:cNvSpPr/>
            <p:nvPr/>
          </p:nvSpPr>
          <p:spPr>
            <a:xfrm rot="21571061">
              <a:off x="5105336" y="2841937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직사각형 300">
              <a:extLst>
                <a:ext uri="{FF2B5EF4-FFF2-40B4-BE49-F238E27FC236}">
                  <a16:creationId xmlns:a16="http://schemas.microsoft.com/office/drawing/2014/main" id="{E38ED684-02CF-3233-30F4-EE55DBD47713}"/>
                </a:ext>
              </a:extLst>
            </p:cNvPr>
            <p:cNvSpPr/>
            <p:nvPr/>
          </p:nvSpPr>
          <p:spPr>
            <a:xfrm rot="21571061">
              <a:off x="3274570" y="235908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2" name="직사각형 301">
              <a:extLst>
                <a:ext uri="{FF2B5EF4-FFF2-40B4-BE49-F238E27FC236}">
                  <a16:creationId xmlns:a16="http://schemas.microsoft.com/office/drawing/2014/main" id="{AB020FD2-B2C8-8274-062E-A7BDEC0920A3}"/>
                </a:ext>
              </a:extLst>
            </p:cNvPr>
            <p:cNvSpPr/>
            <p:nvPr/>
          </p:nvSpPr>
          <p:spPr>
            <a:xfrm rot="21571061">
              <a:off x="3731754" y="23552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직사각형 302">
              <a:extLst>
                <a:ext uri="{FF2B5EF4-FFF2-40B4-BE49-F238E27FC236}">
                  <a16:creationId xmlns:a16="http://schemas.microsoft.com/office/drawing/2014/main" id="{65FD32D6-354C-88D8-78A2-21CA0643BD71}"/>
                </a:ext>
              </a:extLst>
            </p:cNvPr>
            <p:cNvSpPr/>
            <p:nvPr/>
          </p:nvSpPr>
          <p:spPr>
            <a:xfrm rot="21571061">
              <a:off x="4188937" y="235138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직사각형 303">
              <a:extLst>
                <a:ext uri="{FF2B5EF4-FFF2-40B4-BE49-F238E27FC236}">
                  <a16:creationId xmlns:a16="http://schemas.microsoft.com/office/drawing/2014/main" id="{318AF83C-8DA0-8431-D30E-FC77B25564F3}"/>
                </a:ext>
              </a:extLst>
            </p:cNvPr>
            <p:cNvSpPr/>
            <p:nvPr/>
          </p:nvSpPr>
          <p:spPr>
            <a:xfrm rot="21571061">
              <a:off x="4646121" y="234753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직사각형 304">
              <a:extLst>
                <a:ext uri="{FF2B5EF4-FFF2-40B4-BE49-F238E27FC236}">
                  <a16:creationId xmlns:a16="http://schemas.microsoft.com/office/drawing/2014/main" id="{F67B5829-C9EF-B9F9-04A4-ACA10FC4F881}"/>
                </a:ext>
              </a:extLst>
            </p:cNvPr>
            <p:cNvSpPr/>
            <p:nvPr/>
          </p:nvSpPr>
          <p:spPr>
            <a:xfrm rot="21571061">
              <a:off x="5103305" y="23436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631447B8-0189-C394-E237-D64F11EB77FF}"/>
              </a:ext>
            </a:extLst>
          </p:cNvPr>
          <p:cNvGrpSpPr/>
          <p:nvPr/>
        </p:nvGrpSpPr>
        <p:grpSpPr>
          <a:xfrm rot="19550593">
            <a:off x="930930" y="2169313"/>
            <a:ext cx="1987715" cy="677419"/>
            <a:chOff x="3274570" y="2343686"/>
            <a:chExt cx="1987715" cy="677419"/>
          </a:xfrm>
        </p:grpSpPr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A022453C-BA03-D1F1-7ADE-99EF30208F3F}"/>
                </a:ext>
              </a:extLst>
            </p:cNvPr>
            <p:cNvSpPr/>
            <p:nvPr/>
          </p:nvSpPr>
          <p:spPr>
            <a:xfrm rot="21571061">
              <a:off x="3274570" y="261604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84047AE7-1750-DA05-4D60-7A31A8C1049B}"/>
                </a:ext>
              </a:extLst>
            </p:cNvPr>
            <p:cNvSpPr/>
            <p:nvPr/>
          </p:nvSpPr>
          <p:spPr>
            <a:xfrm rot="21571061">
              <a:off x="3731754" y="261219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3702A730-E005-8116-E990-786E2F4E4595}"/>
                </a:ext>
              </a:extLst>
            </p:cNvPr>
            <p:cNvSpPr/>
            <p:nvPr/>
          </p:nvSpPr>
          <p:spPr>
            <a:xfrm rot="21571061">
              <a:off x="4188937" y="260834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B379A381-1AC7-CA99-18F5-3B01EE95BA7A}"/>
                </a:ext>
              </a:extLst>
            </p:cNvPr>
            <p:cNvSpPr/>
            <p:nvPr/>
          </p:nvSpPr>
          <p:spPr>
            <a:xfrm rot="21571061">
              <a:off x="4646121" y="260449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D45056A6-DACF-AF57-7B9F-67F60E9667EF}"/>
                </a:ext>
              </a:extLst>
            </p:cNvPr>
            <p:cNvSpPr/>
            <p:nvPr/>
          </p:nvSpPr>
          <p:spPr>
            <a:xfrm rot="21571061">
              <a:off x="3276601" y="28573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3658C49A-1940-DBF4-6C98-B9374CCDE78D}"/>
                </a:ext>
              </a:extLst>
            </p:cNvPr>
            <p:cNvSpPr/>
            <p:nvPr/>
          </p:nvSpPr>
          <p:spPr>
            <a:xfrm rot="21571061">
              <a:off x="3733785" y="285348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3" name="직사각형 312">
              <a:extLst>
                <a:ext uri="{FF2B5EF4-FFF2-40B4-BE49-F238E27FC236}">
                  <a16:creationId xmlns:a16="http://schemas.microsoft.com/office/drawing/2014/main" id="{EC4EDA4E-C5AF-07B9-4683-4C1838BB7464}"/>
                </a:ext>
              </a:extLst>
            </p:cNvPr>
            <p:cNvSpPr/>
            <p:nvPr/>
          </p:nvSpPr>
          <p:spPr>
            <a:xfrm rot="21571061">
              <a:off x="4190969" y="2849635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9B17D94B-01D6-266F-707C-F511FE26568C}"/>
                </a:ext>
              </a:extLst>
            </p:cNvPr>
            <p:cNvSpPr/>
            <p:nvPr/>
          </p:nvSpPr>
          <p:spPr>
            <a:xfrm rot="21571061">
              <a:off x="4648152" y="28457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464DB893-A652-7ACA-02E4-7A3D3DE51887}"/>
                </a:ext>
              </a:extLst>
            </p:cNvPr>
            <p:cNvSpPr/>
            <p:nvPr/>
          </p:nvSpPr>
          <p:spPr>
            <a:xfrm rot="21571061">
              <a:off x="5103305" y="260064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6" name="직사각형 315">
              <a:extLst>
                <a:ext uri="{FF2B5EF4-FFF2-40B4-BE49-F238E27FC236}">
                  <a16:creationId xmlns:a16="http://schemas.microsoft.com/office/drawing/2014/main" id="{BB09F6F2-B479-BC86-4DE1-D538DDBC11AC}"/>
                </a:ext>
              </a:extLst>
            </p:cNvPr>
            <p:cNvSpPr/>
            <p:nvPr/>
          </p:nvSpPr>
          <p:spPr>
            <a:xfrm rot="21571061">
              <a:off x="5105336" y="2841937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7" name="직사각형 316">
              <a:extLst>
                <a:ext uri="{FF2B5EF4-FFF2-40B4-BE49-F238E27FC236}">
                  <a16:creationId xmlns:a16="http://schemas.microsoft.com/office/drawing/2014/main" id="{665DA677-C37B-0BE5-D84C-87348F207970}"/>
                </a:ext>
              </a:extLst>
            </p:cNvPr>
            <p:cNvSpPr/>
            <p:nvPr/>
          </p:nvSpPr>
          <p:spPr>
            <a:xfrm rot="21571061">
              <a:off x="3274570" y="235908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8" name="직사각형 317">
              <a:extLst>
                <a:ext uri="{FF2B5EF4-FFF2-40B4-BE49-F238E27FC236}">
                  <a16:creationId xmlns:a16="http://schemas.microsoft.com/office/drawing/2014/main" id="{403292C1-5172-73D9-3253-EBB0DD95B1DF}"/>
                </a:ext>
              </a:extLst>
            </p:cNvPr>
            <p:cNvSpPr/>
            <p:nvPr/>
          </p:nvSpPr>
          <p:spPr>
            <a:xfrm rot="21571061">
              <a:off x="3731754" y="23552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7C6467AF-D57B-1D51-0F1E-BF468043223A}"/>
                </a:ext>
              </a:extLst>
            </p:cNvPr>
            <p:cNvSpPr/>
            <p:nvPr/>
          </p:nvSpPr>
          <p:spPr>
            <a:xfrm rot="21571061">
              <a:off x="4188937" y="235138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id="{7499195A-F591-4972-35E9-700C647DA2EC}"/>
                </a:ext>
              </a:extLst>
            </p:cNvPr>
            <p:cNvSpPr/>
            <p:nvPr/>
          </p:nvSpPr>
          <p:spPr>
            <a:xfrm rot="21571061">
              <a:off x="4646121" y="234753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1" name="직사각형 320">
              <a:extLst>
                <a:ext uri="{FF2B5EF4-FFF2-40B4-BE49-F238E27FC236}">
                  <a16:creationId xmlns:a16="http://schemas.microsoft.com/office/drawing/2014/main" id="{2347B098-1FB7-B85A-7EC8-C27ADE0601BA}"/>
                </a:ext>
              </a:extLst>
            </p:cNvPr>
            <p:cNvSpPr/>
            <p:nvPr/>
          </p:nvSpPr>
          <p:spPr>
            <a:xfrm rot="21571061">
              <a:off x="5103305" y="23436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C6B3A3CA-974F-C603-3384-2665242FD09B}"/>
              </a:ext>
            </a:extLst>
          </p:cNvPr>
          <p:cNvGrpSpPr/>
          <p:nvPr/>
        </p:nvGrpSpPr>
        <p:grpSpPr>
          <a:xfrm rot="2049407" flipH="1">
            <a:off x="8391905" y="2159231"/>
            <a:ext cx="1987715" cy="677419"/>
            <a:chOff x="3274570" y="2343686"/>
            <a:chExt cx="1987715" cy="677419"/>
          </a:xfrm>
        </p:grpSpPr>
        <p:sp>
          <p:nvSpPr>
            <p:cNvPr id="323" name="직사각형 322">
              <a:extLst>
                <a:ext uri="{FF2B5EF4-FFF2-40B4-BE49-F238E27FC236}">
                  <a16:creationId xmlns:a16="http://schemas.microsoft.com/office/drawing/2014/main" id="{735FE581-9D80-1352-D9E7-4C7D4F7E7564}"/>
                </a:ext>
              </a:extLst>
            </p:cNvPr>
            <p:cNvSpPr/>
            <p:nvPr/>
          </p:nvSpPr>
          <p:spPr>
            <a:xfrm rot="21571061">
              <a:off x="3274570" y="261604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:a16="http://schemas.microsoft.com/office/drawing/2014/main" id="{6DF19E89-9A95-B4DF-60C9-E31CA5E02696}"/>
                </a:ext>
              </a:extLst>
            </p:cNvPr>
            <p:cNvSpPr/>
            <p:nvPr/>
          </p:nvSpPr>
          <p:spPr>
            <a:xfrm rot="21571061">
              <a:off x="3731754" y="261219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5" name="직사각형 324">
              <a:extLst>
                <a:ext uri="{FF2B5EF4-FFF2-40B4-BE49-F238E27FC236}">
                  <a16:creationId xmlns:a16="http://schemas.microsoft.com/office/drawing/2014/main" id="{C81FDED4-D3BF-38DE-7207-7FF7CB67219B}"/>
                </a:ext>
              </a:extLst>
            </p:cNvPr>
            <p:cNvSpPr/>
            <p:nvPr/>
          </p:nvSpPr>
          <p:spPr>
            <a:xfrm rot="21571061">
              <a:off x="4188937" y="260834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6" name="직사각형 325">
              <a:extLst>
                <a:ext uri="{FF2B5EF4-FFF2-40B4-BE49-F238E27FC236}">
                  <a16:creationId xmlns:a16="http://schemas.microsoft.com/office/drawing/2014/main" id="{074E2074-9FAD-E678-69DC-AB5616594C87}"/>
                </a:ext>
              </a:extLst>
            </p:cNvPr>
            <p:cNvSpPr/>
            <p:nvPr/>
          </p:nvSpPr>
          <p:spPr>
            <a:xfrm rot="21571061">
              <a:off x="4646121" y="260449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7" name="직사각형 326">
              <a:extLst>
                <a:ext uri="{FF2B5EF4-FFF2-40B4-BE49-F238E27FC236}">
                  <a16:creationId xmlns:a16="http://schemas.microsoft.com/office/drawing/2014/main" id="{5EB32E02-9EAC-8B9E-2E2C-FE34B73AA810}"/>
                </a:ext>
              </a:extLst>
            </p:cNvPr>
            <p:cNvSpPr/>
            <p:nvPr/>
          </p:nvSpPr>
          <p:spPr>
            <a:xfrm rot="21571061">
              <a:off x="3276601" y="28573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직사각형 327">
              <a:extLst>
                <a:ext uri="{FF2B5EF4-FFF2-40B4-BE49-F238E27FC236}">
                  <a16:creationId xmlns:a16="http://schemas.microsoft.com/office/drawing/2014/main" id="{AB8C36B2-DEB1-DE2B-0568-34D578E94866}"/>
                </a:ext>
              </a:extLst>
            </p:cNvPr>
            <p:cNvSpPr/>
            <p:nvPr/>
          </p:nvSpPr>
          <p:spPr>
            <a:xfrm rot="21571061">
              <a:off x="3733785" y="285348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5024384-7995-0796-36C7-978D2CFAF890}"/>
                </a:ext>
              </a:extLst>
            </p:cNvPr>
            <p:cNvSpPr/>
            <p:nvPr/>
          </p:nvSpPr>
          <p:spPr>
            <a:xfrm rot="21571061">
              <a:off x="4190969" y="2849635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직사각형 329">
              <a:extLst>
                <a:ext uri="{FF2B5EF4-FFF2-40B4-BE49-F238E27FC236}">
                  <a16:creationId xmlns:a16="http://schemas.microsoft.com/office/drawing/2014/main" id="{0B582EA3-C5BE-B000-8B1F-358C41BA7FB1}"/>
                </a:ext>
              </a:extLst>
            </p:cNvPr>
            <p:cNvSpPr/>
            <p:nvPr/>
          </p:nvSpPr>
          <p:spPr>
            <a:xfrm rot="21571061">
              <a:off x="4648152" y="28457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2451392D-B470-3EA4-3417-77146DB0FCA3}"/>
                </a:ext>
              </a:extLst>
            </p:cNvPr>
            <p:cNvSpPr/>
            <p:nvPr/>
          </p:nvSpPr>
          <p:spPr>
            <a:xfrm rot="21571061">
              <a:off x="5103305" y="260064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2" name="직사각형 331">
              <a:extLst>
                <a:ext uri="{FF2B5EF4-FFF2-40B4-BE49-F238E27FC236}">
                  <a16:creationId xmlns:a16="http://schemas.microsoft.com/office/drawing/2014/main" id="{0F5CF960-7A14-FE0C-5DAE-4D3CB7D78644}"/>
                </a:ext>
              </a:extLst>
            </p:cNvPr>
            <p:cNvSpPr/>
            <p:nvPr/>
          </p:nvSpPr>
          <p:spPr>
            <a:xfrm rot="21571061">
              <a:off x="5105336" y="2841937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3" name="직사각형 332">
              <a:extLst>
                <a:ext uri="{FF2B5EF4-FFF2-40B4-BE49-F238E27FC236}">
                  <a16:creationId xmlns:a16="http://schemas.microsoft.com/office/drawing/2014/main" id="{C018AD7C-3265-7E2D-7A37-0BCEB057B06C}"/>
                </a:ext>
              </a:extLst>
            </p:cNvPr>
            <p:cNvSpPr/>
            <p:nvPr/>
          </p:nvSpPr>
          <p:spPr>
            <a:xfrm rot="21571061">
              <a:off x="3274570" y="2359081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B872E2AF-92A9-3E7B-B151-49AF532E309E}"/>
                </a:ext>
              </a:extLst>
            </p:cNvPr>
            <p:cNvSpPr/>
            <p:nvPr/>
          </p:nvSpPr>
          <p:spPr>
            <a:xfrm rot="21571061">
              <a:off x="3731754" y="2355232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879DC4B2-B012-4A43-0345-BBAA7FFFDCA2}"/>
                </a:ext>
              </a:extLst>
            </p:cNvPr>
            <p:cNvSpPr/>
            <p:nvPr/>
          </p:nvSpPr>
          <p:spPr>
            <a:xfrm rot="21571061">
              <a:off x="4188937" y="2351383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D4A923E5-965E-BAD4-3216-7D7DEDB15F8E}"/>
                </a:ext>
              </a:extLst>
            </p:cNvPr>
            <p:cNvSpPr/>
            <p:nvPr/>
          </p:nvSpPr>
          <p:spPr>
            <a:xfrm rot="21571061">
              <a:off x="4646121" y="2347534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7" name="직사각형 336">
              <a:extLst>
                <a:ext uri="{FF2B5EF4-FFF2-40B4-BE49-F238E27FC236}">
                  <a16:creationId xmlns:a16="http://schemas.microsoft.com/office/drawing/2014/main" id="{638FC8F3-91ED-EA36-EE43-6D904B99661A}"/>
                </a:ext>
              </a:extLst>
            </p:cNvPr>
            <p:cNvSpPr/>
            <p:nvPr/>
          </p:nvSpPr>
          <p:spPr>
            <a:xfrm rot="21571061">
              <a:off x="5103305" y="2343686"/>
              <a:ext cx="156949" cy="163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9" name="직선 화살표 연결선 338">
            <a:extLst>
              <a:ext uri="{FF2B5EF4-FFF2-40B4-BE49-F238E27FC236}">
                <a16:creationId xmlns:a16="http://schemas.microsoft.com/office/drawing/2014/main" id="{68E88449-8F28-00CF-0501-21E309D69324}"/>
              </a:ext>
            </a:extLst>
          </p:cNvPr>
          <p:cNvCxnSpPr/>
          <p:nvPr/>
        </p:nvCxnSpPr>
        <p:spPr>
          <a:xfrm>
            <a:off x="1643270" y="6215270"/>
            <a:ext cx="99391" cy="284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0" name="직선 화살표 연결선 339">
            <a:extLst>
              <a:ext uri="{FF2B5EF4-FFF2-40B4-BE49-F238E27FC236}">
                <a16:creationId xmlns:a16="http://schemas.microsoft.com/office/drawing/2014/main" id="{44BECE0F-E83F-6922-1D6F-C5EFD7BF853C}"/>
              </a:ext>
            </a:extLst>
          </p:cNvPr>
          <p:cNvCxnSpPr>
            <a:cxnSpLocks/>
          </p:cNvCxnSpPr>
          <p:nvPr/>
        </p:nvCxnSpPr>
        <p:spPr>
          <a:xfrm>
            <a:off x="5720954" y="591047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F2786896-9D3B-ACFE-AF6A-36132C8C57F6}"/>
              </a:ext>
            </a:extLst>
          </p:cNvPr>
          <p:cNvCxnSpPr>
            <a:cxnSpLocks/>
          </p:cNvCxnSpPr>
          <p:nvPr/>
        </p:nvCxnSpPr>
        <p:spPr>
          <a:xfrm flipH="1">
            <a:off x="9077738" y="5910470"/>
            <a:ext cx="258417" cy="159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7" name="연결선: 구부러짐 346">
            <a:extLst>
              <a:ext uri="{FF2B5EF4-FFF2-40B4-BE49-F238E27FC236}">
                <a16:creationId xmlns:a16="http://schemas.microsoft.com/office/drawing/2014/main" id="{C0C1DA23-7136-6374-D82A-DDEF9449F36B}"/>
              </a:ext>
            </a:extLst>
          </p:cNvPr>
          <p:cNvCxnSpPr/>
          <p:nvPr/>
        </p:nvCxnSpPr>
        <p:spPr>
          <a:xfrm rot="5400000">
            <a:off x="632792" y="3170583"/>
            <a:ext cx="430696" cy="225287"/>
          </a:xfrm>
          <a:prstGeom prst="curvedConnector3">
            <a:avLst>
              <a:gd name="adj1" fmla="val 5385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9" name="연결선: 구부러짐 348">
            <a:extLst>
              <a:ext uri="{FF2B5EF4-FFF2-40B4-BE49-F238E27FC236}">
                <a16:creationId xmlns:a16="http://schemas.microsoft.com/office/drawing/2014/main" id="{A87DEE19-2AE8-3B4C-E044-2D8669558B9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84382" y="1768469"/>
            <a:ext cx="428055" cy="215350"/>
          </a:xfrm>
          <a:prstGeom prst="curvedConnector3">
            <a:avLst>
              <a:gd name="adj1" fmla="val 8095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2" name="연결선: 구부러짐 351">
            <a:extLst>
              <a:ext uri="{FF2B5EF4-FFF2-40B4-BE49-F238E27FC236}">
                <a16:creationId xmlns:a16="http://schemas.microsoft.com/office/drawing/2014/main" id="{61FED753-47FE-6335-30BE-D5A699CD3ABA}"/>
              </a:ext>
            </a:extLst>
          </p:cNvPr>
          <p:cNvCxnSpPr>
            <a:cxnSpLocks/>
          </p:cNvCxnSpPr>
          <p:nvPr/>
        </p:nvCxnSpPr>
        <p:spPr>
          <a:xfrm rot="10800000">
            <a:off x="5605671" y="1152939"/>
            <a:ext cx="424069" cy="94774"/>
          </a:xfrm>
          <a:prstGeom prst="curvedConnector3">
            <a:avLst>
              <a:gd name="adj1" fmla="val 35938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7" name="연결선: 구부러짐 356">
            <a:extLst>
              <a:ext uri="{FF2B5EF4-FFF2-40B4-BE49-F238E27FC236}">
                <a16:creationId xmlns:a16="http://schemas.microsoft.com/office/drawing/2014/main" id="{887AF9E4-403E-A8D5-35EF-733B93CBFF72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29120" y="1623873"/>
            <a:ext cx="252753" cy="251791"/>
          </a:xfrm>
          <a:prstGeom prst="curvedConnector3">
            <a:avLst>
              <a:gd name="adj1" fmla="val 6572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766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538A5-96DE-C4C6-E108-03DA9924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타원 78">
            <a:extLst>
              <a:ext uri="{FF2B5EF4-FFF2-40B4-BE49-F238E27FC236}">
                <a16:creationId xmlns:a16="http://schemas.microsoft.com/office/drawing/2014/main" id="{B3598F02-DC5F-292C-8D7F-E2CA8A30B2A9}"/>
              </a:ext>
            </a:extLst>
          </p:cNvPr>
          <p:cNvSpPr/>
          <p:nvPr/>
        </p:nvSpPr>
        <p:spPr>
          <a:xfrm>
            <a:off x="7187319" y="412750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4866EE-3673-F70E-BCC5-29EB65EB66D8}"/>
              </a:ext>
            </a:extLst>
          </p:cNvPr>
          <p:cNvSpPr txBox="1"/>
          <p:nvPr/>
        </p:nvSpPr>
        <p:spPr>
          <a:xfrm>
            <a:off x="309984" y="190500"/>
            <a:ext cx="41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카시오페아</a:t>
            </a:r>
            <a:r>
              <a:rPr lang="ko-KR" altLang="en-US" dirty="0"/>
              <a:t> </a:t>
            </a:r>
            <a:r>
              <a:rPr lang="en-US" altLang="ko-KR" dirty="0"/>
              <a:t>Scenario 2: </a:t>
            </a:r>
            <a:r>
              <a:rPr lang="ko-KR" altLang="en-US" dirty="0"/>
              <a:t>망치와 </a:t>
            </a:r>
            <a:r>
              <a:rPr lang="ko-KR" altLang="en-US" dirty="0" err="1"/>
              <a:t>모루</a:t>
            </a:r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A91676CB-17EE-40E7-6194-DBD9A6720EE2}"/>
              </a:ext>
            </a:extLst>
          </p:cNvPr>
          <p:cNvSpPr/>
          <p:nvPr/>
        </p:nvSpPr>
        <p:spPr>
          <a:xfrm>
            <a:off x="2014270" y="4024029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6A28B8A-58F0-F10F-1F3B-59764D1D15BE}"/>
              </a:ext>
            </a:extLst>
          </p:cNvPr>
          <p:cNvGrpSpPr/>
          <p:nvPr/>
        </p:nvGrpSpPr>
        <p:grpSpPr>
          <a:xfrm rot="2376667">
            <a:off x="3130798" y="2341033"/>
            <a:ext cx="1770561" cy="887675"/>
            <a:chOff x="4403913" y="2541325"/>
            <a:chExt cx="1770561" cy="88767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0A7D1A9-1C10-D138-4DBE-010AF5FD75CB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34DA6B8-FAE9-8971-FCCA-F0A5E1F11FED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6419F44-8194-8BC2-AB11-A8FDFDD6B0F5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479CB68-5BDB-5302-0FA3-E1826D13143F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EAA06F1-7D14-499F-DA22-27F23C3B2F94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775C076-E6A7-AB39-FD0F-2EF9644E1D07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3A69A59-887B-3744-03FA-6FCACC56C8C6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E98E7FD-D747-8A6D-F011-02DEB29AFA07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7B92A71-2F47-D26C-B355-2224E02D78E4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5094530-9DB6-FFF0-310C-230BB5F67F2F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129FF7D-8633-561A-F0CB-6EB96632D3CC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09A74AF-88D9-135B-14C0-E1C1637F8A23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755F5D54-F50A-BDC3-0CBF-E9340B07EBA9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70ABBAA-E748-026A-3D79-9A882D577747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10A0213-580E-8181-B0A6-0797FF274AD6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18A048C-D993-F44D-4947-46D88C125BDF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9AEB805-2729-C974-2AE8-F205EA246BE8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09347AC-C789-20AE-A82E-78509A01F6EA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48500DF-0652-2294-83FA-7CD99F7A8560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E0CED5B-E620-AF82-DF01-632C33EEF708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64CABB78-A920-0C60-A22F-056116526B58}"/>
              </a:ext>
            </a:extLst>
          </p:cNvPr>
          <p:cNvCxnSpPr/>
          <p:nvPr/>
        </p:nvCxnSpPr>
        <p:spPr>
          <a:xfrm flipH="1">
            <a:off x="3110092" y="3242014"/>
            <a:ext cx="515201" cy="622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FDCCF05D-267B-6C07-03DC-D60C9AE8499A}"/>
              </a:ext>
            </a:extLst>
          </p:cNvPr>
          <p:cNvSpPr/>
          <p:nvPr/>
        </p:nvSpPr>
        <p:spPr>
          <a:xfrm rot="21114112">
            <a:off x="5237626" y="5634028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8CF375D-F895-9666-C51A-F5C99011CDFC}"/>
              </a:ext>
            </a:extLst>
          </p:cNvPr>
          <p:cNvGrpSpPr/>
          <p:nvPr/>
        </p:nvGrpSpPr>
        <p:grpSpPr>
          <a:xfrm rot="2314211">
            <a:off x="894565" y="5477641"/>
            <a:ext cx="1299949" cy="646375"/>
            <a:chOff x="4538793" y="4884882"/>
            <a:chExt cx="1299949" cy="64637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50F13DC-A0CA-8F90-E70F-F3178DA01020}"/>
                </a:ext>
              </a:extLst>
            </p:cNvPr>
            <p:cNvSpPr/>
            <p:nvPr/>
          </p:nvSpPr>
          <p:spPr>
            <a:xfrm rot="10800000">
              <a:off x="54531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C209A41B-7BD4-4C64-8322-D197D375D605}"/>
                </a:ext>
              </a:extLst>
            </p:cNvPr>
            <p:cNvSpPr/>
            <p:nvPr/>
          </p:nvSpPr>
          <p:spPr>
            <a:xfrm rot="10800000">
              <a:off x="52245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D97204A-C48A-855F-C0E4-A363DE1E58FD}"/>
                </a:ext>
              </a:extLst>
            </p:cNvPr>
            <p:cNvSpPr/>
            <p:nvPr/>
          </p:nvSpPr>
          <p:spPr>
            <a:xfrm rot="10800000">
              <a:off x="49959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4AB3FF5C-6FC6-6A9A-5FBC-C077F46FF599}"/>
                </a:ext>
              </a:extLst>
            </p:cNvPr>
            <p:cNvSpPr/>
            <p:nvPr/>
          </p:nvSpPr>
          <p:spPr>
            <a:xfrm rot="10800000">
              <a:off x="47673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5AB98902-A3CA-DBDE-4D9C-C92AEE99FF10}"/>
                </a:ext>
              </a:extLst>
            </p:cNvPr>
            <p:cNvSpPr/>
            <p:nvPr/>
          </p:nvSpPr>
          <p:spPr>
            <a:xfrm rot="10800000">
              <a:off x="5224593" y="48848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F9CA1ED8-5461-AAC9-A16A-F8EA6BBB5BB9}"/>
                </a:ext>
              </a:extLst>
            </p:cNvPr>
            <p:cNvSpPr/>
            <p:nvPr/>
          </p:nvSpPr>
          <p:spPr>
            <a:xfrm rot="10800000">
              <a:off x="4995993" y="48848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43D3906E-F23D-ED94-AE2F-DDD2AC2A982C}"/>
                </a:ext>
              </a:extLst>
            </p:cNvPr>
            <p:cNvSpPr/>
            <p:nvPr/>
          </p:nvSpPr>
          <p:spPr>
            <a:xfrm rot="10800000">
              <a:off x="56817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5055EF4C-37BA-9069-B710-D1F374DE058B}"/>
                </a:ext>
              </a:extLst>
            </p:cNvPr>
            <p:cNvSpPr/>
            <p:nvPr/>
          </p:nvSpPr>
          <p:spPr>
            <a:xfrm rot="10800000">
              <a:off x="54531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185803DF-3F2A-476B-D8B6-1304F73226F7}"/>
                </a:ext>
              </a:extLst>
            </p:cNvPr>
            <p:cNvSpPr/>
            <p:nvPr/>
          </p:nvSpPr>
          <p:spPr>
            <a:xfrm rot="10800000">
              <a:off x="52245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65ECB4F5-E5A6-05F0-6DEC-04514C02C9EC}"/>
                </a:ext>
              </a:extLst>
            </p:cNvPr>
            <p:cNvSpPr/>
            <p:nvPr/>
          </p:nvSpPr>
          <p:spPr>
            <a:xfrm rot="10800000">
              <a:off x="49959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2B339E1-C982-E52B-E22A-3736CF352520}"/>
                </a:ext>
              </a:extLst>
            </p:cNvPr>
            <p:cNvSpPr/>
            <p:nvPr/>
          </p:nvSpPr>
          <p:spPr>
            <a:xfrm rot="10800000">
              <a:off x="47673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8931D44-8B4D-B6F8-3BC2-04B90C6377A7}"/>
                </a:ext>
              </a:extLst>
            </p:cNvPr>
            <p:cNvSpPr/>
            <p:nvPr/>
          </p:nvSpPr>
          <p:spPr>
            <a:xfrm rot="10800000">
              <a:off x="45387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EDA6C252-C9A2-5217-3502-21BAC257153F}"/>
              </a:ext>
            </a:extLst>
          </p:cNvPr>
          <p:cNvGrpSpPr/>
          <p:nvPr/>
        </p:nvGrpSpPr>
        <p:grpSpPr>
          <a:xfrm rot="20175694">
            <a:off x="605717" y="2116503"/>
            <a:ext cx="1770561" cy="887675"/>
            <a:chOff x="4403913" y="2541325"/>
            <a:chExt cx="1770561" cy="887675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0628D0C9-82E0-4E3D-B9FF-F1DAB385307C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46D0ECCB-6A4B-42C0-1D4F-EABF3C6A32C4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115BA37D-66BA-B8B3-0D76-BFB4E72935DA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48980A1D-B036-A79B-9940-823BAD0F73EA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53EF5967-8C04-2F43-B906-A23CD4D2EAE5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23BE640B-B89A-DA0E-C3FB-B257F230E4BD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8BD13430-DC17-4619-4D0A-0AEFE05BD2BB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A2D048A6-C63F-CF53-7D80-E7C88F9B1C76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AF673BEF-E679-5A29-D9BE-AFB65EA76726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96B6721F-BD28-A278-B07D-A368E3BAD5A4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D73C997A-B988-14AC-D500-BFB7C62879E5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E2E83F80-B688-7D45-DCDE-CC46897B4C07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F5A7C210-6CA4-A995-FAC2-84F554CEBA7C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D2AA1E00-3150-4C44-CADF-BC4AE38E57E9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CB27C059-099D-785E-5BE5-7FABC3BE47EE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823CE115-F9D3-33FD-80BA-E8DEC14BC7FE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05661C29-41B6-9173-C433-FD7719750F33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FB5C229E-FF3C-D75C-6347-74B38E6B27C5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4EC54CC5-30E7-E22F-8B43-58724FD55830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03EEA1F2-8711-6AFD-0599-364C8D4AC631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100E021F-8FDE-EFE3-B22C-BAE90ACF5072}"/>
              </a:ext>
            </a:extLst>
          </p:cNvPr>
          <p:cNvCxnSpPr>
            <a:cxnSpLocks/>
          </p:cNvCxnSpPr>
          <p:nvPr/>
        </p:nvCxnSpPr>
        <p:spPr>
          <a:xfrm>
            <a:off x="1722783" y="3205571"/>
            <a:ext cx="291487" cy="498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8AFC5F87-C321-3ACF-1C4B-08F3CB2AED0B}"/>
              </a:ext>
            </a:extLst>
          </p:cNvPr>
          <p:cNvGrpSpPr/>
          <p:nvPr/>
        </p:nvGrpSpPr>
        <p:grpSpPr>
          <a:xfrm rot="2376667">
            <a:off x="8484566" y="2417908"/>
            <a:ext cx="1770561" cy="887675"/>
            <a:chOff x="4403913" y="2541325"/>
            <a:chExt cx="1770561" cy="887675"/>
          </a:xfrm>
        </p:grpSpPr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B80E56D6-632A-5CA3-3C46-B3AADB94FCD5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4F6CC00C-5828-6C39-5ECC-4E46CF82D7C3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CF024347-47B6-96D1-4D79-94F8D6D4C567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F8FA7D20-4D88-8C4F-69F1-8071A44F56E8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06C17CC4-EFCD-20CC-CA37-CBD8390C83C7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0DF725ED-BCD3-FC9E-4158-BFAC9378AAC8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6AFA6C9D-9640-41FF-90A3-90C64F25D15B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B91750B0-3B1D-F02C-D46F-FF1ACE106DBA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AC7A95D2-A0E4-6D11-7498-7408109E5AF2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873AB08E-53BF-FCB5-BB9E-484BA2C6BFE7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91FE6D0F-AD4B-993F-27D6-DFAA7632E71E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F8753C0C-CDBD-5264-BC71-B6F7608924C6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9BD709C7-33D2-B6B9-F4FD-2EC0EC3E9E5A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199A59C4-AA89-FF28-C566-85FAD762295D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9300456C-19D3-8917-B4E2-17892D251C0A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3D177194-8D20-3B41-3039-17605347CE14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1CC4EDA4-1C73-F502-73AA-365AB9BA3CB0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4726AD19-94EC-C0DC-A0EE-61B99B7EB36C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CB06A56E-BE1E-6814-A6CE-1C52B13ACDDD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CB9C1901-1CA8-20C7-AC70-51642531BF5F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CE5D5A41-4024-0AE4-89C7-DBE00E1E3FB6}"/>
              </a:ext>
            </a:extLst>
          </p:cNvPr>
          <p:cNvCxnSpPr/>
          <p:nvPr/>
        </p:nvCxnSpPr>
        <p:spPr>
          <a:xfrm flipH="1">
            <a:off x="8463860" y="3318889"/>
            <a:ext cx="515201" cy="622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BD1C653D-FB85-F601-FDB7-C3EE7E39672D}"/>
              </a:ext>
            </a:extLst>
          </p:cNvPr>
          <p:cNvGrpSpPr/>
          <p:nvPr/>
        </p:nvGrpSpPr>
        <p:grpSpPr>
          <a:xfrm rot="20175694">
            <a:off x="5959485" y="2193378"/>
            <a:ext cx="1770561" cy="887675"/>
            <a:chOff x="4403913" y="2541325"/>
            <a:chExt cx="1770561" cy="887675"/>
          </a:xfrm>
        </p:grpSpPr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38FA5DE9-B0C1-E0A1-EEF9-E4F701608117}"/>
                </a:ext>
              </a:extLst>
            </p:cNvPr>
            <p:cNvSpPr/>
            <p:nvPr/>
          </p:nvSpPr>
          <p:spPr>
            <a:xfrm>
              <a:off x="46325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6716BAD-CCB1-EFEB-6260-3D2ACD5DED1A}"/>
                </a:ext>
              </a:extLst>
            </p:cNvPr>
            <p:cNvSpPr/>
            <p:nvPr/>
          </p:nvSpPr>
          <p:spPr>
            <a:xfrm>
              <a:off x="48611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34076832-B34D-A9A7-B8F8-DCA4B031C0BE}"/>
                </a:ext>
              </a:extLst>
            </p:cNvPr>
            <p:cNvSpPr/>
            <p:nvPr/>
          </p:nvSpPr>
          <p:spPr>
            <a:xfrm>
              <a:off x="50897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089D7A1C-2D50-9B65-321D-9A09021AFE11}"/>
                </a:ext>
              </a:extLst>
            </p:cNvPr>
            <p:cNvSpPr/>
            <p:nvPr/>
          </p:nvSpPr>
          <p:spPr>
            <a:xfrm>
              <a:off x="53183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9785D148-175F-CC4B-B732-C7161A69929A}"/>
                </a:ext>
              </a:extLst>
            </p:cNvPr>
            <p:cNvSpPr/>
            <p:nvPr/>
          </p:nvSpPr>
          <p:spPr>
            <a:xfrm>
              <a:off x="5546913" y="27826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C4873F96-D2AE-FD75-482C-2E05B6935739}"/>
                </a:ext>
              </a:extLst>
            </p:cNvPr>
            <p:cNvSpPr/>
            <p:nvPr/>
          </p:nvSpPr>
          <p:spPr>
            <a:xfrm>
              <a:off x="5775513" y="27826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BAABB833-F985-12C7-DE2F-BECFE7B66095}"/>
                </a:ext>
              </a:extLst>
            </p:cNvPr>
            <p:cNvSpPr/>
            <p:nvPr/>
          </p:nvSpPr>
          <p:spPr>
            <a:xfrm>
              <a:off x="48611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E9378F51-8BDD-537D-DD80-88C06D50E324}"/>
                </a:ext>
              </a:extLst>
            </p:cNvPr>
            <p:cNvSpPr/>
            <p:nvPr/>
          </p:nvSpPr>
          <p:spPr>
            <a:xfrm>
              <a:off x="50897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1D5376A6-6444-1ED0-31DE-CCE33CBF5F69}"/>
                </a:ext>
              </a:extLst>
            </p:cNvPr>
            <p:cNvSpPr/>
            <p:nvPr/>
          </p:nvSpPr>
          <p:spPr>
            <a:xfrm>
              <a:off x="5318313" y="30239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26A25674-9132-F021-39F3-20CE1A580125}"/>
                </a:ext>
              </a:extLst>
            </p:cNvPr>
            <p:cNvSpPr/>
            <p:nvPr/>
          </p:nvSpPr>
          <p:spPr>
            <a:xfrm>
              <a:off x="5546913" y="30239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B5A1C7F2-65D5-5498-3B28-0CE881DD50E5}"/>
                </a:ext>
              </a:extLst>
            </p:cNvPr>
            <p:cNvSpPr/>
            <p:nvPr/>
          </p:nvSpPr>
          <p:spPr>
            <a:xfrm>
              <a:off x="5089713" y="32652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D109CF9F-11F7-DDA6-4685-302EFD0A803C}"/>
                </a:ext>
              </a:extLst>
            </p:cNvPr>
            <p:cNvSpPr/>
            <p:nvPr/>
          </p:nvSpPr>
          <p:spPr>
            <a:xfrm>
              <a:off x="5318313" y="3265227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AF8DD2DD-3DAF-AA64-8F82-2170271A7997}"/>
                </a:ext>
              </a:extLst>
            </p:cNvPr>
            <p:cNvSpPr/>
            <p:nvPr/>
          </p:nvSpPr>
          <p:spPr>
            <a:xfrm>
              <a:off x="46325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8D317CD0-2FEC-F437-9786-42EC1A71C906}"/>
                </a:ext>
              </a:extLst>
            </p:cNvPr>
            <p:cNvSpPr/>
            <p:nvPr/>
          </p:nvSpPr>
          <p:spPr>
            <a:xfrm>
              <a:off x="48611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E89B79BD-9245-A8A9-DA8E-410E61F6ED7E}"/>
                </a:ext>
              </a:extLst>
            </p:cNvPr>
            <p:cNvSpPr/>
            <p:nvPr/>
          </p:nvSpPr>
          <p:spPr>
            <a:xfrm>
              <a:off x="50897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C2368C9C-F7BF-4D9A-098E-864004ED8A66}"/>
                </a:ext>
              </a:extLst>
            </p:cNvPr>
            <p:cNvSpPr/>
            <p:nvPr/>
          </p:nvSpPr>
          <p:spPr>
            <a:xfrm>
              <a:off x="53183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80AD1F64-03C5-E26D-6615-3468FE293187}"/>
                </a:ext>
              </a:extLst>
            </p:cNvPr>
            <p:cNvSpPr/>
            <p:nvPr/>
          </p:nvSpPr>
          <p:spPr>
            <a:xfrm>
              <a:off x="5546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01558AED-35B7-5D3D-F6D0-F35C6D1DFFA7}"/>
                </a:ext>
              </a:extLst>
            </p:cNvPr>
            <p:cNvSpPr/>
            <p:nvPr/>
          </p:nvSpPr>
          <p:spPr>
            <a:xfrm>
              <a:off x="5775513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BB0B5231-988B-50D6-2738-3629293657D7}"/>
                </a:ext>
              </a:extLst>
            </p:cNvPr>
            <p:cNvSpPr/>
            <p:nvPr/>
          </p:nvSpPr>
          <p:spPr>
            <a:xfrm>
              <a:off x="4403913" y="2541325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2340388A-4D6B-3D51-A697-2581AE12CA1E}"/>
                </a:ext>
              </a:extLst>
            </p:cNvPr>
            <p:cNvSpPr/>
            <p:nvPr/>
          </p:nvSpPr>
          <p:spPr>
            <a:xfrm>
              <a:off x="6017525" y="2541326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B73D5668-C417-AF89-C761-BB0C3D85F9B4}"/>
              </a:ext>
            </a:extLst>
          </p:cNvPr>
          <p:cNvCxnSpPr>
            <a:cxnSpLocks/>
          </p:cNvCxnSpPr>
          <p:nvPr/>
        </p:nvCxnSpPr>
        <p:spPr>
          <a:xfrm>
            <a:off x="7076551" y="3282446"/>
            <a:ext cx="291487" cy="498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A8E60B98-581C-F165-7D96-8B3BD61166AA}"/>
              </a:ext>
            </a:extLst>
          </p:cNvPr>
          <p:cNvGrpSpPr/>
          <p:nvPr/>
        </p:nvGrpSpPr>
        <p:grpSpPr>
          <a:xfrm rot="4963887">
            <a:off x="4045607" y="5577033"/>
            <a:ext cx="1299949" cy="646375"/>
            <a:chOff x="4538793" y="4884882"/>
            <a:chExt cx="1299949" cy="646375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370B2B50-E059-045D-B9AE-00407A64A373}"/>
                </a:ext>
              </a:extLst>
            </p:cNvPr>
            <p:cNvSpPr/>
            <p:nvPr/>
          </p:nvSpPr>
          <p:spPr>
            <a:xfrm rot="10800000">
              <a:off x="54531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8D1637B7-6C2E-4765-1A17-A3D28444069E}"/>
                </a:ext>
              </a:extLst>
            </p:cNvPr>
            <p:cNvSpPr/>
            <p:nvPr/>
          </p:nvSpPr>
          <p:spPr>
            <a:xfrm rot="10800000">
              <a:off x="52245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ABF7FDDF-30D6-D1B8-C7CF-99C1D7347680}"/>
                </a:ext>
              </a:extLst>
            </p:cNvPr>
            <p:cNvSpPr/>
            <p:nvPr/>
          </p:nvSpPr>
          <p:spPr>
            <a:xfrm rot="10800000">
              <a:off x="49959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05F43A8B-8F76-AD83-BE2B-92E652C7C2EC}"/>
                </a:ext>
              </a:extLst>
            </p:cNvPr>
            <p:cNvSpPr/>
            <p:nvPr/>
          </p:nvSpPr>
          <p:spPr>
            <a:xfrm rot="10800000">
              <a:off x="47673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F2C8B421-4BAD-1FD0-353E-0C9433F8C7C2}"/>
                </a:ext>
              </a:extLst>
            </p:cNvPr>
            <p:cNvSpPr/>
            <p:nvPr/>
          </p:nvSpPr>
          <p:spPr>
            <a:xfrm rot="10800000">
              <a:off x="5224593" y="48848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9DD30F0F-2ECB-7F91-4BFD-7F380F1A5871}"/>
                </a:ext>
              </a:extLst>
            </p:cNvPr>
            <p:cNvSpPr/>
            <p:nvPr/>
          </p:nvSpPr>
          <p:spPr>
            <a:xfrm rot="10800000">
              <a:off x="4995993" y="48848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7878592F-E67A-760F-DC6F-CA7D8AAF8180}"/>
                </a:ext>
              </a:extLst>
            </p:cNvPr>
            <p:cNvSpPr/>
            <p:nvPr/>
          </p:nvSpPr>
          <p:spPr>
            <a:xfrm rot="10800000">
              <a:off x="56817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E15AF5A4-241D-9531-2AE3-6BA892CA2AFE}"/>
                </a:ext>
              </a:extLst>
            </p:cNvPr>
            <p:cNvSpPr/>
            <p:nvPr/>
          </p:nvSpPr>
          <p:spPr>
            <a:xfrm rot="10800000">
              <a:off x="54531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819469D1-A121-575B-0596-845F42AF5925}"/>
                </a:ext>
              </a:extLst>
            </p:cNvPr>
            <p:cNvSpPr/>
            <p:nvPr/>
          </p:nvSpPr>
          <p:spPr>
            <a:xfrm rot="10800000">
              <a:off x="52245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BFCCD62A-1385-0669-B886-F0D90632DD92}"/>
                </a:ext>
              </a:extLst>
            </p:cNvPr>
            <p:cNvSpPr/>
            <p:nvPr/>
          </p:nvSpPr>
          <p:spPr>
            <a:xfrm rot="10800000">
              <a:off x="49959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CF17CB24-303F-8570-43CC-19A86846375C}"/>
                </a:ext>
              </a:extLst>
            </p:cNvPr>
            <p:cNvSpPr/>
            <p:nvPr/>
          </p:nvSpPr>
          <p:spPr>
            <a:xfrm rot="10800000">
              <a:off x="47673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71132BC6-05C2-40AF-885F-EED2A4D5CD34}"/>
                </a:ext>
              </a:extLst>
            </p:cNvPr>
            <p:cNvSpPr/>
            <p:nvPr/>
          </p:nvSpPr>
          <p:spPr>
            <a:xfrm rot="10800000">
              <a:off x="45387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130BE65A-C5B8-E57C-7545-1AEC57140190}"/>
              </a:ext>
            </a:extLst>
          </p:cNvPr>
          <p:cNvGrpSpPr/>
          <p:nvPr/>
        </p:nvGrpSpPr>
        <p:grpSpPr>
          <a:xfrm rot="20039147">
            <a:off x="7881219" y="5496370"/>
            <a:ext cx="1299949" cy="646375"/>
            <a:chOff x="4538793" y="4884882"/>
            <a:chExt cx="1299949" cy="646375"/>
          </a:xfrm>
        </p:grpSpPr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7112E42A-6CBD-2187-3507-31481F65B908}"/>
                </a:ext>
              </a:extLst>
            </p:cNvPr>
            <p:cNvSpPr/>
            <p:nvPr/>
          </p:nvSpPr>
          <p:spPr>
            <a:xfrm rot="10800000">
              <a:off x="54531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0702E8C0-FA32-A027-034E-747DC5BF6ED1}"/>
                </a:ext>
              </a:extLst>
            </p:cNvPr>
            <p:cNvSpPr/>
            <p:nvPr/>
          </p:nvSpPr>
          <p:spPr>
            <a:xfrm rot="10800000">
              <a:off x="52245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3B1ED002-7D71-0138-BBCE-BD5D8B5D243E}"/>
                </a:ext>
              </a:extLst>
            </p:cNvPr>
            <p:cNvSpPr/>
            <p:nvPr/>
          </p:nvSpPr>
          <p:spPr>
            <a:xfrm rot="10800000">
              <a:off x="49959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13867058-F081-51D8-078A-3E15194FFDE4}"/>
                </a:ext>
              </a:extLst>
            </p:cNvPr>
            <p:cNvSpPr/>
            <p:nvPr/>
          </p:nvSpPr>
          <p:spPr>
            <a:xfrm rot="10800000">
              <a:off x="47673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A3148790-4754-FE97-3ABC-F246807B9062}"/>
                </a:ext>
              </a:extLst>
            </p:cNvPr>
            <p:cNvSpPr/>
            <p:nvPr/>
          </p:nvSpPr>
          <p:spPr>
            <a:xfrm rot="10800000">
              <a:off x="5224593" y="48848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4ECB7CF6-38CB-332E-4116-92CB44E0DEFD}"/>
                </a:ext>
              </a:extLst>
            </p:cNvPr>
            <p:cNvSpPr/>
            <p:nvPr/>
          </p:nvSpPr>
          <p:spPr>
            <a:xfrm rot="10800000">
              <a:off x="4995993" y="4884882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D4F09592-8764-F998-5DFD-8DEC659FABFB}"/>
                </a:ext>
              </a:extLst>
            </p:cNvPr>
            <p:cNvSpPr/>
            <p:nvPr/>
          </p:nvSpPr>
          <p:spPr>
            <a:xfrm rot="10800000">
              <a:off x="56817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63042FED-586A-18F0-891D-718F267EBF47}"/>
                </a:ext>
              </a:extLst>
            </p:cNvPr>
            <p:cNvSpPr/>
            <p:nvPr/>
          </p:nvSpPr>
          <p:spPr>
            <a:xfrm rot="10800000">
              <a:off x="54531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7337900D-77F0-8FC7-AB50-20B4F2F2F1C3}"/>
                </a:ext>
              </a:extLst>
            </p:cNvPr>
            <p:cNvSpPr/>
            <p:nvPr/>
          </p:nvSpPr>
          <p:spPr>
            <a:xfrm rot="10800000">
              <a:off x="52245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4B63B18B-0202-C2C7-FABA-7D007CB09B15}"/>
                </a:ext>
              </a:extLst>
            </p:cNvPr>
            <p:cNvSpPr/>
            <p:nvPr/>
          </p:nvSpPr>
          <p:spPr>
            <a:xfrm rot="10800000">
              <a:off x="49959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6C4FC836-9ED6-8BEC-26B8-01C1699574ED}"/>
                </a:ext>
              </a:extLst>
            </p:cNvPr>
            <p:cNvSpPr/>
            <p:nvPr/>
          </p:nvSpPr>
          <p:spPr>
            <a:xfrm rot="10800000">
              <a:off x="47673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35E7EE8C-9C6F-18CB-5A18-A153E3FD842E}"/>
                </a:ext>
              </a:extLst>
            </p:cNvPr>
            <p:cNvSpPr/>
            <p:nvPr/>
          </p:nvSpPr>
          <p:spPr>
            <a:xfrm rot="10800000">
              <a:off x="45387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734E9D89-42F4-0916-0198-837BA49CC55E}"/>
              </a:ext>
            </a:extLst>
          </p:cNvPr>
          <p:cNvCxnSpPr/>
          <p:nvPr/>
        </p:nvCxnSpPr>
        <p:spPr>
          <a:xfrm flipV="1">
            <a:off x="1828739" y="4991100"/>
            <a:ext cx="371061" cy="468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43E78DDF-CAEF-583B-B5EE-F04749F53FA0}"/>
              </a:ext>
            </a:extLst>
          </p:cNvPr>
          <p:cNvCxnSpPr>
            <a:cxnSpLocks/>
          </p:cNvCxnSpPr>
          <p:nvPr/>
        </p:nvCxnSpPr>
        <p:spPr>
          <a:xfrm flipV="1">
            <a:off x="5724939" y="5724939"/>
            <a:ext cx="490331" cy="46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7" name="직선 화살표 연결선 236">
            <a:extLst>
              <a:ext uri="{FF2B5EF4-FFF2-40B4-BE49-F238E27FC236}">
                <a16:creationId xmlns:a16="http://schemas.microsoft.com/office/drawing/2014/main" id="{7D190C31-00D4-E742-C493-0A8F91F743B6}"/>
              </a:ext>
            </a:extLst>
          </p:cNvPr>
          <p:cNvCxnSpPr>
            <a:cxnSpLocks/>
          </p:cNvCxnSpPr>
          <p:nvPr/>
        </p:nvCxnSpPr>
        <p:spPr>
          <a:xfrm flipH="1" flipV="1">
            <a:off x="8136725" y="5063987"/>
            <a:ext cx="198832" cy="395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601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D26F-E411-A494-5C7F-0643DBA7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타원 78">
            <a:extLst>
              <a:ext uri="{FF2B5EF4-FFF2-40B4-BE49-F238E27FC236}">
                <a16:creationId xmlns:a16="http://schemas.microsoft.com/office/drawing/2014/main" id="{CF7182A3-996B-544D-D2A8-8EA19609A85A}"/>
              </a:ext>
            </a:extLst>
          </p:cNvPr>
          <p:cNvSpPr/>
          <p:nvPr/>
        </p:nvSpPr>
        <p:spPr>
          <a:xfrm>
            <a:off x="7358110" y="3481187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9FF71F-E3BE-29CF-F683-6CF0D9FFA6FB}"/>
              </a:ext>
            </a:extLst>
          </p:cNvPr>
          <p:cNvSpPr txBox="1"/>
          <p:nvPr/>
        </p:nvSpPr>
        <p:spPr>
          <a:xfrm>
            <a:off x="309984" y="190500"/>
            <a:ext cx="41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카시오페아</a:t>
            </a:r>
            <a:r>
              <a:rPr lang="ko-KR" altLang="en-US" dirty="0"/>
              <a:t> </a:t>
            </a:r>
            <a:r>
              <a:rPr lang="en-US" altLang="ko-KR" dirty="0"/>
              <a:t>Scenario 3: </a:t>
            </a:r>
            <a:r>
              <a:rPr lang="ko-KR" altLang="en-US" dirty="0"/>
              <a:t>포위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360DB58-50FC-D0B1-2216-2D315655D9D7}"/>
              </a:ext>
            </a:extLst>
          </p:cNvPr>
          <p:cNvSpPr/>
          <p:nvPr/>
        </p:nvSpPr>
        <p:spPr>
          <a:xfrm>
            <a:off x="2557609" y="3474063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C2117C0-481F-C2BD-1B69-684079815A08}"/>
              </a:ext>
            </a:extLst>
          </p:cNvPr>
          <p:cNvSpPr/>
          <p:nvPr/>
        </p:nvSpPr>
        <p:spPr>
          <a:xfrm>
            <a:off x="5457300" y="5840895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E178565-7934-8D9F-AEB7-5E27DE7301E1}"/>
              </a:ext>
            </a:extLst>
          </p:cNvPr>
          <p:cNvGrpSpPr/>
          <p:nvPr/>
        </p:nvGrpSpPr>
        <p:grpSpPr>
          <a:xfrm rot="829759">
            <a:off x="2122389" y="4941755"/>
            <a:ext cx="1073372" cy="412855"/>
            <a:chOff x="5511690" y="5374675"/>
            <a:chExt cx="1073372" cy="41285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54B509C-C0A4-3242-BD8C-5E63638BAE20}"/>
                </a:ext>
              </a:extLst>
            </p:cNvPr>
            <p:cNvSpPr/>
            <p:nvPr/>
          </p:nvSpPr>
          <p:spPr>
            <a:xfrm rot="21570712" flipH="1">
              <a:off x="6426057" y="537467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4DB55CE-5ABD-60D0-D95B-4091971529CC}"/>
                </a:ext>
              </a:extLst>
            </p:cNvPr>
            <p:cNvSpPr/>
            <p:nvPr/>
          </p:nvSpPr>
          <p:spPr>
            <a:xfrm rot="21570712" flipH="1">
              <a:off x="6197466" y="537662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A6FCD10-503D-F191-0FF6-9D70F5692D6C}"/>
                </a:ext>
              </a:extLst>
            </p:cNvPr>
            <p:cNvSpPr/>
            <p:nvPr/>
          </p:nvSpPr>
          <p:spPr>
            <a:xfrm rot="21570712" flipH="1">
              <a:off x="5968874" y="537857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8D90327-761D-1155-8EDF-CABCCC115046}"/>
                </a:ext>
              </a:extLst>
            </p:cNvPr>
            <p:cNvSpPr/>
            <p:nvPr/>
          </p:nvSpPr>
          <p:spPr>
            <a:xfrm rot="21570712" flipH="1">
              <a:off x="5740282" y="5380518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71AA6BB-F946-5898-F1F3-FA75C8BA8C4B}"/>
                </a:ext>
              </a:extLst>
            </p:cNvPr>
            <p:cNvSpPr/>
            <p:nvPr/>
          </p:nvSpPr>
          <p:spPr>
            <a:xfrm rot="21570712" flipH="1">
              <a:off x="5511690" y="538246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3A1E0B-C05C-F043-9E02-679D434B0D13}"/>
                </a:ext>
              </a:extLst>
            </p:cNvPr>
            <p:cNvSpPr/>
            <p:nvPr/>
          </p:nvSpPr>
          <p:spPr>
            <a:xfrm rot="21570712" flipH="1">
              <a:off x="6428113" y="561596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F0C1C0B-6CA1-CE6C-ADD4-591166846642}"/>
                </a:ext>
              </a:extLst>
            </p:cNvPr>
            <p:cNvSpPr/>
            <p:nvPr/>
          </p:nvSpPr>
          <p:spPr>
            <a:xfrm rot="21570712" flipH="1">
              <a:off x="6199521" y="561791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415032F-C6E5-C2C2-E49B-3CC5D025B1A3}"/>
                </a:ext>
              </a:extLst>
            </p:cNvPr>
            <p:cNvSpPr/>
            <p:nvPr/>
          </p:nvSpPr>
          <p:spPr>
            <a:xfrm rot="21570712" flipH="1">
              <a:off x="5970929" y="561986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6B68458-642D-1C79-7AD5-DEDC26597D64}"/>
                </a:ext>
              </a:extLst>
            </p:cNvPr>
            <p:cNvSpPr/>
            <p:nvPr/>
          </p:nvSpPr>
          <p:spPr>
            <a:xfrm rot="21570712" flipH="1">
              <a:off x="5742338" y="562181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0336428-5D8F-2651-BC03-D43BB447B149}"/>
                </a:ext>
              </a:extLst>
            </p:cNvPr>
            <p:cNvSpPr/>
            <p:nvPr/>
          </p:nvSpPr>
          <p:spPr>
            <a:xfrm rot="21570712" flipH="1">
              <a:off x="5513746" y="562375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831BF78-5F7D-C608-969E-546411CE9508}"/>
              </a:ext>
            </a:extLst>
          </p:cNvPr>
          <p:cNvGrpSpPr/>
          <p:nvPr/>
        </p:nvGrpSpPr>
        <p:grpSpPr>
          <a:xfrm rot="19733297">
            <a:off x="1550629" y="2239576"/>
            <a:ext cx="1073372" cy="661937"/>
            <a:chOff x="4848974" y="4113982"/>
            <a:chExt cx="1073372" cy="66193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8AF438E-0F22-B616-8575-2A98E81D3105}"/>
                </a:ext>
              </a:extLst>
            </p:cNvPr>
            <p:cNvSpPr/>
            <p:nvPr/>
          </p:nvSpPr>
          <p:spPr>
            <a:xfrm rot="21570712" flipH="1">
              <a:off x="5763341" y="436306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8116E33-568F-7AE4-4B54-843DE6A6C9D5}"/>
                </a:ext>
              </a:extLst>
            </p:cNvPr>
            <p:cNvSpPr/>
            <p:nvPr/>
          </p:nvSpPr>
          <p:spPr>
            <a:xfrm rot="21570712" flipH="1">
              <a:off x="5534750" y="436501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A98423-422F-6858-C45A-F3083FB34C38}"/>
                </a:ext>
              </a:extLst>
            </p:cNvPr>
            <p:cNvSpPr/>
            <p:nvPr/>
          </p:nvSpPr>
          <p:spPr>
            <a:xfrm rot="21570712" flipH="1">
              <a:off x="5306158" y="436695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69B451A-DABF-B85F-784A-0D36EA081B40}"/>
                </a:ext>
              </a:extLst>
            </p:cNvPr>
            <p:cNvSpPr/>
            <p:nvPr/>
          </p:nvSpPr>
          <p:spPr>
            <a:xfrm rot="21570712" flipH="1">
              <a:off x="5077566" y="436890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015B58F-6F51-E40E-B061-73A9DBBFD6BB}"/>
                </a:ext>
              </a:extLst>
            </p:cNvPr>
            <p:cNvSpPr/>
            <p:nvPr/>
          </p:nvSpPr>
          <p:spPr>
            <a:xfrm rot="21570712" flipH="1">
              <a:off x="4848974" y="437085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3860C2C-BB29-8FD1-5828-92EC4B3EF86F}"/>
                </a:ext>
              </a:extLst>
            </p:cNvPr>
            <p:cNvSpPr/>
            <p:nvPr/>
          </p:nvSpPr>
          <p:spPr>
            <a:xfrm rot="21570712" flipH="1">
              <a:off x="5765397" y="460435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EB2BE69-C996-0122-9FB7-8D7BC0692807}"/>
                </a:ext>
              </a:extLst>
            </p:cNvPr>
            <p:cNvSpPr/>
            <p:nvPr/>
          </p:nvSpPr>
          <p:spPr>
            <a:xfrm rot="21570712" flipH="1">
              <a:off x="5536805" y="460630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52119A7-4B64-D29B-EBBA-45BAB0D1AF33}"/>
                </a:ext>
              </a:extLst>
            </p:cNvPr>
            <p:cNvSpPr/>
            <p:nvPr/>
          </p:nvSpPr>
          <p:spPr>
            <a:xfrm rot="21570712" flipH="1">
              <a:off x="5308213" y="460825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4BB290C-5032-0B0F-AE0C-C127A72CB299}"/>
                </a:ext>
              </a:extLst>
            </p:cNvPr>
            <p:cNvSpPr/>
            <p:nvPr/>
          </p:nvSpPr>
          <p:spPr>
            <a:xfrm rot="21570712" flipH="1">
              <a:off x="5079622" y="46101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47D5692-1CD4-97DD-25DA-1C9F0156B573}"/>
                </a:ext>
              </a:extLst>
            </p:cNvPr>
            <p:cNvSpPr/>
            <p:nvPr/>
          </p:nvSpPr>
          <p:spPr>
            <a:xfrm rot="21570712" flipH="1">
              <a:off x="4851030" y="461214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DEFDC81-B5BC-660D-8ED2-42BA5058DB0A}"/>
                </a:ext>
              </a:extLst>
            </p:cNvPr>
            <p:cNvSpPr/>
            <p:nvPr/>
          </p:nvSpPr>
          <p:spPr>
            <a:xfrm rot="21570712" flipH="1">
              <a:off x="5763342" y="411398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FCEB47-091C-48AA-822E-F4AED951AF80}"/>
                </a:ext>
              </a:extLst>
            </p:cNvPr>
            <p:cNvSpPr/>
            <p:nvPr/>
          </p:nvSpPr>
          <p:spPr>
            <a:xfrm rot="21570712" flipH="1">
              <a:off x="5534751" y="411593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5E8AA1E-385A-7456-22E0-34A752AB38AA}"/>
                </a:ext>
              </a:extLst>
            </p:cNvPr>
            <p:cNvSpPr/>
            <p:nvPr/>
          </p:nvSpPr>
          <p:spPr>
            <a:xfrm rot="21570712" flipH="1">
              <a:off x="5306159" y="411787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40E7770-5FF0-DC5C-0BFA-CFECA52D6A68}"/>
                </a:ext>
              </a:extLst>
            </p:cNvPr>
            <p:cNvSpPr/>
            <p:nvPr/>
          </p:nvSpPr>
          <p:spPr>
            <a:xfrm rot="21570712" flipH="1">
              <a:off x="5077567" y="411982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189E4E6-0AE9-8BA0-853F-79E8EA3E676A}"/>
                </a:ext>
              </a:extLst>
            </p:cNvPr>
            <p:cNvSpPr/>
            <p:nvPr/>
          </p:nvSpPr>
          <p:spPr>
            <a:xfrm rot="21570712" flipH="1">
              <a:off x="4848975" y="412177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4CB7366-E9CA-2217-D64C-4034495E4550}"/>
              </a:ext>
            </a:extLst>
          </p:cNvPr>
          <p:cNvGrpSpPr/>
          <p:nvPr/>
        </p:nvGrpSpPr>
        <p:grpSpPr>
          <a:xfrm rot="21079233">
            <a:off x="3860549" y="1630939"/>
            <a:ext cx="1073372" cy="661937"/>
            <a:chOff x="4848974" y="4113982"/>
            <a:chExt cx="1073372" cy="661937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7DAEA66-C836-37CE-561C-9F082FA3E49D}"/>
                </a:ext>
              </a:extLst>
            </p:cNvPr>
            <p:cNvSpPr/>
            <p:nvPr/>
          </p:nvSpPr>
          <p:spPr>
            <a:xfrm rot="21570712" flipH="1">
              <a:off x="5763341" y="436306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B16893E-BB7E-4619-E554-E22E8D3BAF8B}"/>
                </a:ext>
              </a:extLst>
            </p:cNvPr>
            <p:cNvSpPr/>
            <p:nvPr/>
          </p:nvSpPr>
          <p:spPr>
            <a:xfrm rot="21570712" flipH="1">
              <a:off x="5534750" y="436501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28DA742-4F37-8BAB-F627-F7E78716FBEE}"/>
                </a:ext>
              </a:extLst>
            </p:cNvPr>
            <p:cNvSpPr/>
            <p:nvPr/>
          </p:nvSpPr>
          <p:spPr>
            <a:xfrm rot="21570712" flipH="1">
              <a:off x="5306158" y="436695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0624DC8A-D852-8E00-0F4A-1985C178D7FB}"/>
                </a:ext>
              </a:extLst>
            </p:cNvPr>
            <p:cNvSpPr/>
            <p:nvPr/>
          </p:nvSpPr>
          <p:spPr>
            <a:xfrm rot="21570712" flipH="1">
              <a:off x="5077566" y="436890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92C7954-F030-D6BE-5220-39119E6329FB}"/>
                </a:ext>
              </a:extLst>
            </p:cNvPr>
            <p:cNvSpPr/>
            <p:nvPr/>
          </p:nvSpPr>
          <p:spPr>
            <a:xfrm rot="21570712" flipH="1">
              <a:off x="4848974" y="437085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F9C9DEA-7270-BFCA-5899-CB413224ADA7}"/>
                </a:ext>
              </a:extLst>
            </p:cNvPr>
            <p:cNvSpPr/>
            <p:nvPr/>
          </p:nvSpPr>
          <p:spPr>
            <a:xfrm rot="21570712" flipH="1">
              <a:off x="5765397" y="460435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0CE69BC-3796-25EB-A443-4DACC79CD845}"/>
                </a:ext>
              </a:extLst>
            </p:cNvPr>
            <p:cNvSpPr/>
            <p:nvPr/>
          </p:nvSpPr>
          <p:spPr>
            <a:xfrm rot="21570712" flipH="1">
              <a:off x="5536805" y="460630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736035E-3E87-E5E2-41DA-95F1986801EA}"/>
                </a:ext>
              </a:extLst>
            </p:cNvPr>
            <p:cNvSpPr/>
            <p:nvPr/>
          </p:nvSpPr>
          <p:spPr>
            <a:xfrm rot="21570712" flipH="1">
              <a:off x="5308213" y="460825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1CE7535-1DF9-C1BE-92D2-8B753DEEFCDF}"/>
                </a:ext>
              </a:extLst>
            </p:cNvPr>
            <p:cNvSpPr/>
            <p:nvPr/>
          </p:nvSpPr>
          <p:spPr>
            <a:xfrm rot="21570712" flipH="1">
              <a:off x="5079622" y="46101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5E508C2-2844-4EC8-9225-CF31EB5CEBE3}"/>
                </a:ext>
              </a:extLst>
            </p:cNvPr>
            <p:cNvSpPr/>
            <p:nvPr/>
          </p:nvSpPr>
          <p:spPr>
            <a:xfrm rot="21570712" flipH="1">
              <a:off x="4851030" y="461214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EC2CB5D-5D66-2CE4-8E3B-D677BE76857F}"/>
                </a:ext>
              </a:extLst>
            </p:cNvPr>
            <p:cNvSpPr/>
            <p:nvPr/>
          </p:nvSpPr>
          <p:spPr>
            <a:xfrm rot="21570712" flipH="1">
              <a:off x="5763342" y="411398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24C17CE9-0227-9D1D-5CED-95D111A2AB01}"/>
                </a:ext>
              </a:extLst>
            </p:cNvPr>
            <p:cNvSpPr/>
            <p:nvPr/>
          </p:nvSpPr>
          <p:spPr>
            <a:xfrm rot="21570712" flipH="1">
              <a:off x="5534751" y="411593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CB927E7-ED93-1F9F-C71D-B3756D889EBB}"/>
                </a:ext>
              </a:extLst>
            </p:cNvPr>
            <p:cNvSpPr/>
            <p:nvPr/>
          </p:nvSpPr>
          <p:spPr>
            <a:xfrm rot="21570712" flipH="1">
              <a:off x="5306159" y="411787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7F6AC4A9-A2C6-EE30-43BC-71DC6C98D164}"/>
                </a:ext>
              </a:extLst>
            </p:cNvPr>
            <p:cNvSpPr/>
            <p:nvPr/>
          </p:nvSpPr>
          <p:spPr>
            <a:xfrm rot="21570712" flipH="1">
              <a:off x="5077567" y="411982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2EE7D25-6B71-5D96-0FD4-B4B3441FDEF0}"/>
                </a:ext>
              </a:extLst>
            </p:cNvPr>
            <p:cNvSpPr/>
            <p:nvPr/>
          </p:nvSpPr>
          <p:spPr>
            <a:xfrm rot="21570712" flipH="1">
              <a:off x="4848975" y="412177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3D63E9B-DA3C-7E2A-6C9C-8AA477654D70}"/>
              </a:ext>
            </a:extLst>
          </p:cNvPr>
          <p:cNvGrpSpPr/>
          <p:nvPr/>
        </p:nvGrpSpPr>
        <p:grpSpPr>
          <a:xfrm rot="1866703" flipH="1">
            <a:off x="8684955" y="2239576"/>
            <a:ext cx="1073372" cy="661937"/>
            <a:chOff x="4848974" y="4113982"/>
            <a:chExt cx="1073372" cy="661937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13053EC-9C6E-24DC-6F9F-438CECCEADA8}"/>
                </a:ext>
              </a:extLst>
            </p:cNvPr>
            <p:cNvSpPr/>
            <p:nvPr/>
          </p:nvSpPr>
          <p:spPr>
            <a:xfrm rot="21570712" flipH="1">
              <a:off x="5763341" y="436306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6780478-E675-8EDC-08C0-42768F6C527D}"/>
                </a:ext>
              </a:extLst>
            </p:cNvPr>
            <p:cNvSpPr/>
            <p:nvPr/>
          </p:nvSpPr>
          <p:spPr>
            <a:xfrm rot="21570712" flipH="1">
              <a:off x="5534750" y="436501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E69EC27-846F-1EB6-0526-85E61237D6A1}"/>
                </a:ext>
              </a:extLst>
            </p:cNvPr>
            <p:cNvSpPr/>
            <p:nvPr/>
          </p:nvSpPr>
          <p:spPr>
            <a:xfrm rot="21570712" flipH="1">
              <a:off x="5306158" y="436695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4DE281A-3309-8338-C582-4F1C88205D58}"/>
                </a:ext>
              </a:extLst>
            </p:cNvPr>
            <p:cNvSpPr/>
            <p:nvPr/>
          </p:nvSpPr>
          <p:spPr>
            <a:xfrm rot="21570712" flipH="1">
              <a:off x="5077566" y="436890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7247EF9-62EB-F9B2-23AA-22EDBCB3FB20}"/>
                </a:ext>
              </a:extLst>
            </p:cNvPr>
            <p:cNvSpPr/>
            <p:nvPr/>
          </p:nvSpPr>
          <p:spPr>
            <a:xfrm rot="21570712" flipH="1">
              <a:off x="4848974" y="437085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67B71F5-191D-BB07-127B-496B94B34071}"/>
                </a:ext>
              </a:extLst>
            </p:cNvPr>
            <p:cNvSpPr/>
            <p:nvPr/>
          </p:nvSpPr>
          <p:spPr>
            <a:xfrm rot="21570712" flipH="1">
              <a:off x="5765397" y="460435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D2283904-1535-BEC0-7ABB-25B940D1028E}"/>
                </a:ext>
              </a:extLst>
            </p:cNvPr>
            <p:cNvSpPr/>
            <p:nvPr/>
          </p:nvSpPr>
          <p:spPr>
            <a:xfrm rot="21570712" flipH="1">
              <a:off x="5536805" y="460630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17FC0DFE-05EB-DB27-04D4-AE86ED6077F9}"/>
                </a:ext>
              </a:extLst>
            </p:cNvPr>
            <p:cNvSpPr/>
            <p:nvPr/>
          </p:nvSpPr>
          <p:spPr>
            <a:xfrm rot="21570712" flipH="1">
              <a:off x="5308213" y="460825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5BA55E8-D106-C871-BB25-0292662FFACF}"/>
                </a:ext>
              </a:extLst>
            </p:cNvPr>
            <p:cNvSpPr/>
            <p:nvPr/>
          </p:nvSpPr>
          <p:spPr>
            <a:xfrm rot="21570712" flipH="1">
              <a:off x="5079622" y="46101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9556C7F-3AA6-ED22-3AAC-8DFDB514B7DE}"/>
                </a:ext>
              </a:extLst>
            </p:cNvPr>
            <p:cNvSpPr/>
            <p:nvPr/>
          </p:nvSpPr>
          <p:spPr>
            <a:xfrm rot="21570712" flipH="1">
              <a:off x="4851030" y="461214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425F34FB-3FA0-3975-831D-B24205E5EA76}"/>
                </a:ext>
              </a:extLst>
            </p:cNvPr>
            <p:cNvSpPr/>
            <p:nvPr/>
          </p:nvSpPr>
          <p:spPr>
            <a:xfrm rot="21570712" flipH="1">
              <a:off x="5763342" y="411398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92C7431A-4F21-7E01-8B61-448BD85F97B4}"/>
                </a:ext>
              </a:extLst>
            </p:cNvPr>
            <p:cNvSpPr/>
            <p:nvPr/>
          </p:nvSpPr>
          <p:spPr>
            <a:xfrm rot="21570712" flipH="1">
              <a:off x="5534751" y="411593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85A7B7D-530C-0517-57E8-A24B6B78062A}"/>
                </a:ext>
              </a:extLst>
            </p:cNvPr>
            <p:cNvSpPr/>
            <p:nvPr/>
          </p:nvSpPr>
          <p:spPr>
            <a:xfrm rot="21570712" flipH="1">
              <a:off x="5306159" y="411787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64F573D-FA84-D19C-9FCA-EAF116ABE6C8}"/>
                </a:ext>
              </a:extLst>
            </p:cNvPr>
            <p:cNvSpPr/>
            <p:nvPr/>
          </p:nvSpPr>
          <p:spPr>
            <a:xfrm rot="21570712" flipH="1">
              <a:off x="5077567" y="411982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C8573CF-14F8-7F44-269F-948C638C68D0}"/>
                </a:ext>
              </a:extLst>
            </p:cNvPr>
            <p:cNvSpPr/>
            <p:nvPr/>
          </p:nvSpPr>
          <p:spPr>
            <a:xfrm rot="21570712" flipH="1">
              <a:off x="4848975" y="412177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4DC38D6-5A6F-CF40-F501-9F897C18E3D8}"/>
              </a:ext>
            </a:extLst>
          </p:cNvPr>
          <p:cNvGrpSpPr/>
          <p:nvPr/>
        </p:nvGrpSpPr>
        <p:grpSpPr>
          <a:xfrm rot="520767" flipH="1">
            <a:off x="6240939" y="1630939"/>
            <a:ext cx="1073372" cy="661937"/>
            <a:chOff x="4848974" y="4113982"/>
            <a:chExt cx="1073372" cy="661937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5BA5739F-6F81-FE82-9814-8F29A1A7C97E}"/>
                </a:ext>
              </a:extLst>
            </p:cNvPr>
            <p:cNvSpPr/>
            <p:nvPr/>
          </p:nvSpPr>
          <p:spPr>
            <a:xfrm rot="21570712" flipH="1">
              <a:off x="5763341" y="436306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503970F-2300-A837-9C68-213DF709EF9B}"/>
                </a:ext>
              </a:extLst>
            </p:cNvPr>
            <p:cNvSpPr/>
            <p:nvPr/>
          </p:nvSpPr>
          <p:spPr>
            <a:xfrm rot="21570712" flipH="1">
              <a:off x="5534750" y="436501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317C3B7E-BAA9-F1BB-E504-F0E4A89A87D3}"/>
                </a:ext>
              </a:extLst>
            </p:cNvPr>
            <p:cNvSpPr/>
            <p:nvPr/>
          </p:nvSpPr>
          <p:spPr>
            <a:xfrm rot="21570712" flipH="1">
              <a:off x="5306158" y="436695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94057A0-F456-6E78-EBE8-902C63074912}"/>
                </a:ext>
              </a:extLst>
            </p:cNvPr>
            <p:cNvSpPr/>
            <p:nvPr/>
          </p:nvSpPr>
          <p:spPr>
            <a:xfrm rot="21570712" flipH="1">
              <a:off x="5077566" y="436890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8212080B-E9DA-9DF0-E89D-5E52CF958529}"/>
                </a:ext>
              </a:extLst>
            </p:cNvPr>
            <p:cNvSpPr/>
            <p:nvPr/>
          </p:nvSpPr>
          <p:spPr>
            <a:xfrm rot="21570712" flipH="1">
              <a:off x="4848974" y="437085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CA7C1A4-7D98-876F-AB41-59E79B4C1619}"/>
                </a:ext>
              </a:extLst>
            </p:cNvPr>
            <p:cNvSpPr/>
            <p:nvPr/>
          </p:nvSpPr>
          <p:spPr>
            <a:xfrm rot="21570712" flipH="1">
              <a:off x="5765397" y="460435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B162F696-23E4-D02E-24E8-930D3E94F860}"/>
                </a:ext>
              </a:extLst>
            </p:cNvPr>
            <p:cNvSpPr/>
            <p:nvPr/>
          </p:nvSpPr>
          <p:spPr>
            <a:xfrm rot="21570712" flipH="1">
              <a:off x="5536805" y="4606303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F8399B94-8F67-E029-1D83-BD23C45755A7}"/>
                </a:ext>
              </a:extLst>
            </p:cNvPr>
            <p:cNvSpPr/>
            <p:nvPr/>
          </p:nvSpPr>
          <p:spPr>
            <a:xfrm rot="21570712" flipH="1">
              <a:off x="5308213" y="460825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5EF3C0DF-2E89-2691-19BB-75AD35D385CE}"/>
                </a:ext>
              </a:extLst>
            </p:cNvPr>
            <p:cNvSpPr/>
            <p:nvPr/>
          </p:nvSpPr>
          <p:spPr>
            <a:xfrm rot="21570712" flipH="1">
              <a:off x="5079622" y="4610199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976E4FB5-A325-4755-24B8-C457FD26BF02}"/>
                </a:ext>
              </a:extLst>
            </p:cNvPr>
            <p:cNvSpPr/>
            <p:nvPr/>
          </p:nvSpPr>
          <p:spPr>
            <a:xfrm rot="21570712" flipH="1">
              <a:off x="4851030" y="461214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0A5DAF0A-AD9A-A2B8-B982-D69BD1E815B5}"/>
                </a:ext>
              </a:extLst>
            </p:cNvPr>
            <p:cNvSpPr/>
            <p:nvPr/>
          </p:nvSpPr>
          <p:spPr>
            <a:xfrm rot="21570712" flipH="1">
              <a:off x="5763342" y="411398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6D67BA6-2AE7-2B7C-9005-DAF748DDBD00}"/>
                </a:ext>
              </a:extLst>
            </p:cNvPr>
            <p:cNvSpPr/>
            <p:nvPr/>
          </p:nvSpPr>
          <p:spPr>
            <a:xfrm rot="21570712" flipH="1">
              <a:off x="5534751" y="411593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21ED8C78-B4BC-92A0-1500-2F0AA837CC2F}"/>
                </a:ext>
              </a:extLst>
            </p:cNvPr>
            <p:cNvSpPr/>
            <p:nvPr/>
          </p:nvSpPr>
          <p:spPr>
            <a:xfrm rot="21570712" flipH="1">
              <a:off x="5306159" y="411787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8C1F04D1-1596-4099-AFDB-E2E3167062A8}"/>
                </a:ext>
              </a:extLst>
            </p:cNvPr>
            <p:cNvSpPr/>
            <p:nvPr/>
          </p:nvSpPr>
          <p:spPr>
            <a:xfrm rot="21570712" flipH="1">
              <a:off x="5077567" y="411982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909D41E-698A-A408-BEDD-5CE87224972B}"/>
                </a:ext>
              </a:extLst>
            </p:cNvPr>
            <p:cNvSpPr/>
            <p:nvPr/>
          </p:nvSpPr>
          <p:spPr>
            <a:xfrm rot="21570712" flipH="1">
              <a:off x="4848975" y="4121772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7E3F078-9B0B-22BB-3B3E-DF76171C617C}"/>
              </a:ext>
            </a:extLst>
          </p:cNvPr>
          <p:cNvGrpSpPr/>
          <p:nvPr/>
        </p:nvGrpSpPr>
        <p:grpSpPr>
          <a:xfrm rot="20770241" flipH="1">
            <a:off x="8071872" y="4941755"/>
            <a:ext cx="1073372" cy="412855"/>
            <a:chOff x="5511690" y="5374675"/>
            <a:chExt cx="1073372" cy="412855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0D3107A-F38F-07D1-02F7-0BBCB3A8467F}"/>
                </a:ext>
              </a:extLst>
            </p:cNvPr>
            <p:cNvSpPr/>
            <p:nvPr/>
          </p:nvSpPr>
          <p:spPr>
            <a:xfrm rot="21570712" flipH="1">
              <a:off x="6426057" y="537467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51C58D19-6E89-C768-18DD-8941D40D9253}"/>
                </a:ext>
              </a:extLst>
            </p:cNvPr>
            <p:cNvSpPr/>
            <p:nvPr/>
          </p:nvSpPr>
          <p:spPr>
            <a:xfrm rot="21570712" flipH="1">
              <a:off x="6197466" y="537662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C6A3B657-B689-91E3-D47A-3F3CDDA2BD6C}"/>
                </a:ext>
              </a:extLst>
            </p:cNvPr>
            <p:cNvSpPr/>
            <p:nvPr/>
          </p:nvSpPr>
          <p:spPr>
            <a:xfrm rot="21570712" flipH="1">
              <a:off x="5968874" y="537857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BCF25149-07AA-326E-7EB4-E4BCCB88FC1D}"/>
                </a:ext>
              </a:extLst>
            </p:cNvPr>
            <p:cNvSpPr/>
            <p:nvPr/>
          </p:nvSpPr>
          <p:spPr>
            <a:xfrm rot="21570712" flipH="1">
              <a:off x="5740282" y="5380518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04183EB5-A04C-AEE7-018C-941FA35D3DC5}"/>
                </a:ext>
              </a:extLst>
            </p:cNvPr>
            <p:cNvSpPr/>
            <p:nvPr/>
          </p:nvSpPr>
          <p:spPr>
            <a:xfrm rot="21570712" flipH="1">
              <a:off x="5511690" y="5382465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1EF45C1E-3AD9-93E8-C7F7-E831BCDF6B25}"/>
                </a:ext>
              </a:extLst>
            </p:cNvPr>
            <p:cNvSpPr/>
            <p:nvPr/>
          </p:nvSpPr>
          <p:spPr>
            <a:xfrm rot="21570712" flipH="1">
              <a:off x="6428113" y="5615966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28A3EBA-D5C4-CF40-8662-A818E40BD31A}"/>
                </a:ext>
              </a:extLst>
            </p:cNvPr>
            <p:cNvSpPr/>
            <p:nvPr/>
          </p:nvSpPr>
          <p:spPr>
            <a:xfrm rot="21570712" flipH="1">
              <a:off x="6199521" y="5617914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DB3BD7BE-C35F-8F37-FEC6-5D71686D19B9}"/>
                </a:ext>
              </a:extLst>
            </p:cNvPr>
            <p:cNvSpPr/>
            <p:nvPr/>
          </p:nvSpPr>
          <p:spPr>
            <a:xfrm rot="21570712" flipH="1">
              <a:off x="5970929" y="561986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ACB4ED6-C551-E18D-C02E-DEC32F95A8DE}"/>
                </a:ext>
              </a:extLst>
            </p:cNvPr>
            <p:cNvSpPr/>
            <p:nvPr/>
          </p:nvSpPr>
          <p:spPr>
            <a:xfrm rot="21570712" flipH="1">
              <a:off x="5742338" y="562181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349F04EE-F0E8-08B6-635F-16D2C545459A}"/>
                </a:ext>
              </a:extLst>
            </p:cNvPr>
            <p:cNvSpPr/>
            <p:nvPr/>
          </p:nvSpPr>
          <p:spPr>
            <a:xfrm rot="21570712" flipH="1">
              <a:off x="5513746" y="5623757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06D2B96F-172B-0593-F2F6-B44F69A857D6}"/>
              </a:ext>
            </a:extLst>
          </p:cNvPr>
          <p:cNvGrpSpPr/>
          <p:nvPr/>
        </p:nvGrpSpPr>
        <p:grpSpPr>
          <a:xfrm>
            <a:off x="5000091" y="5027067"/>
            <a:ext cx="1299949" cy="646375"/>
            <a:chOff x="4538793" y="4884882"/>
            <a:chExt cx="1299949" cy="646375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9CDA2C34-0AA5-257C-C717-EC1816BF31A1}"/>
                </a:ext>
              </a:extLst>
            </p:cNvPr>
            <p:cNvSpPr/>
            <p:nvPr/>
          </p:nvSpPr>
          <p:spPr>
            <a:xfrm rot="10800000">
              <a:off x="54531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4BEEE5B8-025E-1152-D1CD-AFC346A24875}"/>
                </a:ext>
              </a:extLst>
            </p:cNvPr>
            <p:cNvSpPr/>
            <p:nvPr/>
          </p:nvSpPr>
          <p:spPr>
            <a:xfrm rot="10800000">
              <a:off x="52245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21311FC9-2C18-2728-9844-7D48150C410B}"/>
                </a:ext>
              </a:extLst>
            </p:cNvPr>
            <p:cNvSpPr/>
            <p:nvPr/>
          </p:nvSpPr>
          <p:spPr>
            <a:xfrm rot="10800000">
              <a:off x="4995993" y="5126182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A292D696-FD8E-18ED-BEE8-654C394B6A13}"/>
                </a:ext>
              </a:extLst>
            </p:cNvPr>
            <p:cNvSpPr/>
            <p:nvPr/>
          </p:nvSpPr>
          <p:spPr>
            <a:xfrm rot="10800000">
              <a:off x="4767393" y="5126183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E99E4E58-9647-0400-8D91-AD85560F2C81}"/>
                </a:ext>
              </a:extLst>
            </p:cNvPr>
            <p:cNvSpPr/>
            <p:nvPr/>
          </p:nvSpPr>
          <p:spPr>
            <a:xfrm rot="10800000">
              <a:off x="5224593" y="4884883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C1BEB798-F2E3-CDCE-223D-F6520B45DCEB}"/>
                </a:ext>
              </a:extLst>
            </p:cNvPr>
            <p:cNvSpPr/>
            <p:nvPr/>
          </p:nvSpPr>
          <p:spPr>
            <a:xfrm rot="10800000">
              <a:off x="4995993" y="4884882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1C3E93B1-FC9A-8DE0-4568-5C6A8F067AC2}"/>
                </a:ext>
              </a:extLst>
            </p:cNvPr>
            <p:cNvSpPr/>
            <p:nvPr/>
          </p:nvSpPr>
          <p:spPr>
            <a:xfrm rot="10800000">
              <a:off x="56817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043A92D7-C561-1789-0299-7F10AF84B9CA}"/>
                </a:ext>
              </a:extLst>
            </p:cNvPr>
            <p:cNvSpPr/>
            <p:nvPr/>
          </p:nvSpPr>
          <p:spPr>
            <a:xfrm rot="10800000">
              <a:off x="54531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995E69AD-01C4-0305-4242-49CA70DDD817}"/>
                </a:ext>
              </a:extLst>
            </p:cNvPr>
            <p:cNvSpPr/>
            <p:nvPr/>
          </p:nvSpPr>
          <p:spPr>
            <a:xfrm rot="10800000">
              <a:off x="52245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B58F7106-0F9D-F193-11F5-5691E91E410D}"/>
                </a:ext>
              </a:extLst>
            </p:cNvPr>
            <p:cNvSpPr/>
            <p:nvPr/>
          </p:nvSpPr>
          <p:spPr>
            <a:xfrm rot="10800000">
              <a:off x="49959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BF6046D-CC39-F86F-5747-7B8906B33953}"/>
                </a:ext>
              </a:extLst>
            </p:cNvPr>
            <p:cNvSpPr/>
            <p:nvPr/>
          </p:nvSpPr>
          <p:spPr>
            <a:xfrm rot="10800000">
              <a:off x="4767393" y="5367484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18D75789-AAB6-71C0-7073-511CAA33BF73}"/>
                </a:ext>
              </a:extLst>
            </p:cNvPr>
            <p:cNvSpPr/>
            <p:nvPr/>
          </p:nvSpPr>
          <p:spPr>
            <a:xfrm rot="10800000">
              <a:off x="4538793" y="5367483"/>
              <a:ext cx="156949" cy="163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8676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E33C-0281-EE84-19F7-600AA619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39BF48D5-A968-5282-329F-40172AA202F8}"/>
              </a:ext>
            </a:extLst>
          </p:cNvPr>
          <p:cNvGrpSpPr/>
          <p:nvPr/>
        </p:nvGrpSpPr>
        <p:grpSpPr>
          <a:xfrm rot="2586657">
            <a:off x="2526046" y="3206212"/>
            <a:ext cx="1757149" cy="646374"/>
            <a:chOff x="2377838" y="2226290"/>
            <a:chExt cx="1757149" cy="64637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F77DB36-EB44-F2F5-7912-DF617CC7EA1A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3E96438-AECC-DD15-F7E7-B0BA61FA6EF7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04511D2-5D53-E3FF-CEB1-36A60FFCF5FB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F911E02-01D9-3B1D-49E8-87747FF5103D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36CB685-157A-454D-45F3-137C51ED4382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EB3FAE7-3E37-B732-561D-65DDBDCD14C9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719BF02-A118-DAA0-9CB3-B2D9048C5856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D20ACFD-16F2-1EAC-8F34-E273AFD115B6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EA15A4F-D415-4DB4-E00E-C30D0E0FFF2C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6D90634-EE71-7CEC-D6BD-7162F9EF99FE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932298A-2B47-25B7-F758-36B9F7A85B96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EAB59D8-2BF1-83F9-24A8-0DF25A11ADF4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5CE5454-5C7A-DC1D-0B5E-8A7226E265AE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313A56F-AB2B-45C1-AFA7-5ED147E5B78D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C12A1F0-0DF2-7C2F-4807-3EC24CD266B2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CB5B1CA-3E2F-330A-2777-27386947D826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64AD149-B8DA-7B01-6CBA-CF77132F8139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B68B5DAD-0443-A753-06BA-83B67B8FD07D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7CF08BC-5253-E8E3-54FB-6CC438938524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F54E131-A763-21FE-F061-2562DFFA3199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B67858A-F45A-1C13-7CA8-E1DDB2913D46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6C2E695-0577-50C4-C16D-B0A502989F06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918C276-E634-8258-7E4D-1E7ABBB86429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EC67853-ECD9-B3C3-2B2B-554F65F697AB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A1853015-1D68-99B7-8FA4-54A940FAE536}"/>
              </a:ext>
            </a:extLst>
          </p:cNvPr>
          <p:cNvSpPr txBox="1"/>
          <p:nvPr/>
        </p:nvSpPr>
        <p:spPr>
          <a:xfrm>
            <a:off x="309985" y="190500"/>
            <a:ext cx="395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카시오페아</a:t>
            </a:r>
            <a:r>
              <a:rPr lang="ko-KR" altLang="en-US" dirty="0"/>
              <a:t> </a:t>
            </a:r>
            <a:r>
              <a:rPr lang="en-US" altLang="ko-KR" dirty="0"/>
              <a:t>Scenario 4: </a:t>
            </a:r>
            <a:r>
              <a:rPr lang="ko-KR" altLang="en-US" dirty="0"/>
              <a:t>경계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5B183F52-BBEA-2031-636E-BC6A961AEF5B}"/>
              </a:ext>
            </a:extLst>
          </p:cNvPr>
          <p:cNvSpPr/>
          <p:nvPr/>
        </p:nvSpPr>
        <p:spPr>
          <a:xfrm>
            <a:off x="1334688" y="469989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74ED098-6661-2E51-99E4-682DD273A3E8}"/>
              </a:ext>
            </a:extLst>
          </p:cNvPr>
          <p:cNvGrpSpPr/>
          <p:nvPr/>
        </p:nvGrpSpPr>
        <p:grpSpPr>
          <a:xfrm rot="19013343" flipH="1">
            <a:off x="6272815" y="3261436"/>
            <a:ext cx="1757149" cy="646374"/>
            <a:chOff x="2377838" y="2226290"/>
            <a:chExt cx="1757149" cy="64637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50798D1-5174-82A1-021B-4A7B2CF0CEC4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3C5A807-C260-99E4-EA71-5B6967BCB74C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8799BB3-EC05-65C5-BBC6-A3A4D6FDA94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BDDDD5E-EB6B-A9BF-DFA6-0686DDD6DEFA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E26BAE24-12EC-1419-4853-E8EFE7917B97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7E0AF77-A940-0987-C916-7FE0C5F55BD4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B36A10A-F8F0-49AB-A016-F39CBE5CE0C0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95A23E3-BFA4-67C8-38CB-E5EC502D6D36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2BEADB-E745-109D-8847-F97FA6E68BB9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10D43655-C191-C89D-D80C-341E667EC0B6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2941C509-4C2D-D6E9-6646-DC7867FB345D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C0F23041-EC3C-CCE5-B67C-F8DD9587661C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18D14385-95E4-5C81-EEEE-A9FDDA5A35C0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4ADF2C3E-5B39-3D4E-DCDD-E4B47EFC4EB0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30234E0-135F-24AF-9A84-262102EB8BCF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4B2CFBF-EDBD-BFF9-8C31-47DDDA72A176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0BCB6E3-D18B-49C8-9D1C-C8595909537D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0F16FE9-AEBB-8E5E-3387-8548732C20F1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64519E6-B5E7-9A62-C622-FAF552692ED3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EC251E51-F192-E070-A664-F2D7F64B3C59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904D1E3-4AE5-8FF3-ABBC-7115738996CB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E9B7939E-6161-A996-424B-72CCA35C9E2E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59DEF20-6347-3EF0-AC1F-0F8A09D3FAD1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AB582527-0DF1-0028-4F8F-132FB0F6508E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1FD929CB-EB3D-448F-9CEA-3CE9A4D1089B}"/>
              </a:ext>
            </a:extLst>
          </p:cNvPr>
          <p:cNvGrpSpPr/>
          <p:nvPr/>
        </p:nvGrpSpPr>
        <p:grpSpPr>
          <a:xfrm>
            <a:off x="3854990" y="2101635"/>
            <a:ext cx="2990979" cy="1104308"/>
            <a:chOff x="3894964" y="2595943"/>
            <a:chExt cx="2990979" cy="1104308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12A2DEF9-C81A-B632-B610-08906C0C4B71}"/>
                </a:ext>
              </a:extLst>
            </p:cNvPr>
            <p:cNvSpPr/>
            <p:nvPr/>
          </p:nvSpPr>
          <p:spPr>
            <a:xfrm>
              <a:off x="3894964" y="274057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941FBCE9-D7B0-FDD5-4650-073FF88DE98E}"/>
                </a:ext>
              </a:extLst>
            </p:cNvPr>
            <p:cNvSpPr/>
            <p:nvPr/>
          </p:nvSpPr>
          <p:spPr>
            <a:xfrm>
              <a:off x="4344492" y="259594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B60980DA-E384-6C6A-0A99-F8DF5BFBDF77}"/>
                </a:ext>
              </a:extLst>
            </p:cNvPr>
            <p:cNvSpPr/>
            <p:nvPr/>
          </p:nvSpPr>
          <p:spPr>
            <a:xfrm>
              <a:off x="4826853" y="276231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D0CF4E2F-94B8-CAFF-123E-FC0ACFE9B498}"/>
                </a:ext>
              </a:extLst>
            </p:cNvPr>
            <p:cNvSpPr/>
            <p:nvPr/>
          </p:nvSpPr>
          <p:spPr>
            <a:xfrm>
              <a:off x="5305447" y="2607190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8BA1F4F7-B44A-F95B-0A08-FA5F3119D282}"/>
                </a:ext>
              </a:extLst>
            </p:cNvPr>
            <p:cNvSpPr/>
            <p:nvPr/>
          </p:nvSpPr>
          <p:spPr>
            <a:xfrm>
              <a:off x="5758742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7E5953A9-4B6F-82B8-9600-BE1C7FF4B095}"/>
                </a:ext>
              </a:extLst>
            </p:cNvPr>
            <p:cNvSpPr/>
            <p:nvPr/>
          </p:nvSpPr>
          <p:spPr>
            <a:xfrm>
              <a:off x="6237336" y="260634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30FE2EC0-EEB7-35E1-28EE-3F7234913E43}"/>
                </a:ext>
              </a:extLst>
            </p:cNvPr>
            <p:cNvSpPr/>
            <p:nvPr/>
          </p:nvSpPr>
          <p:spPr>
            <a:xfrm>
              <a:off x="6728994" y="277584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14BEF7F3-AD0F-142A-A752-30F80A621772}"/>
                </a:ext>
              </a:extLst>
            </p:cNvPr>
            <p:cNvSpPr/>
            <p:nvPr/>
          </p:nvSpPr>
          <p:spPr>
            <a:xfrm>
              <a:off x="3894964" y="3205219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9841F085-1EE5-16FC-F44C-E73F47981DC4}"/>
                </a:ext>
              </a:extLst>
            </p:cNvPr>
            <p:cNvSpPr/>
            <p:nvPr/>
          </p:nvSpPr>
          <p:spPr>
            <a:xfrm>
              <a:off x="4344492" y="3060587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F66671D8-7CFA-BD0C-9262-EA2695517353}"/>
                </a:ext>
              </a:extLst>
            </p:cNvPr>
            <p:cNvSpPr/>
            <p:nvPr/>
          </p:nvSpPr>
          <p:spPr>
            <a:xfrm>
              <a:off x="4826853" y="322695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DEB9960A-FE37-9B7F-E320-70149F697010}"/>
                </a:ext>
              </a:extLst>
            </p:cNvPr>
            <p:cNvSpPr/>
            <p:nvPr/>
          </p:nvSpPr>
          <p:spPr>
            <a:xfrm>
              <a:off x="5305447" y="3071834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2D6C880B-303B-2A02-F488-4B33DF8DE8C7}"/>
                </a:ext>
              </a:extLst>
            </p:cNvPr>
            <p:cNvSpPr/>
            <p:nvPr/>
          </p:nvSpPr>
          <p:spPr>
            <a:xfrm>
              <a:off x="5758742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D515A82-8F64-C57D-428C-A1DC63565131}"/>
                </a:ext>
              </a:extLst>
            </p:cNvPr>
            <p:cNvSpPr/>
            <p:nvPr/>
          </p:nvSpPr>
          <p:spPr>
            <a:xfrm>
              <a:off x="6237336" y="307099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741C51A5-5468-5C07-6F02-2F784CD27054}"/>
                </a:ext>
              </a:extLst>
            </p:cNvPr>
            <p:cNvSpPr/>
            <p:nvPr/>
          </p:nvSpPr>
          <p:spPr>
            <a:xfrm>
              <a:off x="6728994" y="3240493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B7667C5-42F8-1D89-2901-67DF85652EBE}"/>
                </a:ext>
              </a:extLst>
            </p:cNvPr>
            <p:cNvSpPr/>
            <p:nvPr/>
          </p:nvSpPr>
          <p:spPr>
            <a:xfrm>
              <a:off x="4344492" y="3525231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3CE51645-AACD-754B-6AEE-46F4C7BD3F01}"/>
                </a:ext>
              </a:extLst>
            </p:cNvPr>
            <p:cNvSpPr/>
            <p:nvPr/>
          </p:nvSpPr>
          <p:spPr>
            <a:xfrm>
              <a:off x="5305447" y="3536478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5EC3DB1E-AB18-ECC8-9B85-38F2A2099E32}"/>
                </a:ext>
              </a:extLst>
            </p:cNvPr>
            <p:cNvSpPr/>
            <p:nvPr/>
          </p:nvSpPr>
          <p:spPr>
            <a:xfrm>
              <a:off x="6237336" y="3535635"/>
              <a:ext cx="156949" cy="16377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0B6B5C9-CC47-2D53-3F9B-1B663C11667D}"/>
              </a:ext>
            </a:extLst>
          </p:cNvPr>
          <p:cNvSpPr/>
          <p:nvPr/>
        </p:nvSpPr>
        <p:spPr>
          <a:xfrm>
            <a:off x="5151180" y="2486604"/>
            <a:ext cx="385533" cy="371061"/>
          </a:xfrm>
          <a:prstGeom prst="rect">
            <a:avLst/>
          </a:prstGeom>
          <a:solidFill>
            <a:srgbClr val="D80A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6F86AA5-810C-FB24-725D-34998A08892A}"/>
              </a:ext>
            </a:extLst>
          </p:cNvPr>
          <p:cNvGrpSpPr/>
          <p:nvPr/>
        </p:nvGrpSpPr>
        <p:grpSpPr>
          <a:xfrm flipH="1">
            <a:off x="4465371" y="870441"/>
            <a:ext cx="1757149" cy="646374"/>
            <a:chOff x="2377838" y="2226290"/>
            <a:chExt cx="1757149" cy="6463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43022D-223D-7166-A664-9110AF83F69A}"/>
                </a:ext>
              </a:extLst>
            </p:cNvPr>
            <p:cNvSpPr/>
            <p:nvPr/>
          </p:nvSpPr>
          <p:spPr>
            <a:xfrm>
              <a:off x="23778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B049467-2120-5E1E-6637-5D88D26AE312}"/>
                </a:ext>
              </a:extLst>
            </p:cNvPr>
            <p:cNvSpPr/>
            <p:nvPr/>
          </p:nvSpPr>
          <p:spPr>
            <a:xfrm>
              <a:off x="26064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AB3F7A-7AA8-3393-A948-A8B7257D9727}"/>
                </a:ext>
              </a:extLst>
            </p:cNvPr>
            <p:cNvSpPr/>
            <p:nvPr/>
          </p:nvSpPr>
          <p:spPr>
            <a:xfrm>
              <a:off x="28350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ADAAF47-CEE4-063A-8071-CEF934797F14}"/>
                </a:ext>
              </a:extLst>
            </p:cNvPr>
            <p:cNvSpPr/>
            <p:nvPr/>
          </p:nvSpPr>
          <p:spPr>
            <a:xfrm>
              <a:off x="30636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5BBD1A2-8E99-E7DE-232F-9421CC1B6AF1}"/>
                </a:ext>
              </a:extLst>
            </p:cNvPr>
            <p:cNvSpPr/>
            <p:nvPr/>
          </p:nvSpPr>
          <p:spPr>
            <a:xfrm>
              <a:off x="32922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69B6F4-E227-5B96-E28E-C7F8D77BEF4C}"/>
                </a:ext>
              </a:extLst>
            </p:cNvPr>
            <p:cNvSpPr/>
            <p:nvPr/>
          </p:nvSpPr>
          <p:spPr>
            <a:xfrm>
              <a:off x="35208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A6343E7-8E05-9CE9-CAF6-F3C80BF90FB0}"/>
                </a:ext>
              </a:extLst>
            </p:cNvPr>
            <p:cNvSpPr/>
            <p:nvPr/>
          </p:nvSpPr>
          <p:spPr>
            <a:xfrm>
              <a:off x="3749438" y="22262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0F8F148-FDBC-F2AD-3027-EEA507BCB8FD}"/>
                </a:ext>
              </a:extLst>
            </p:cNvPr>
            <p:cNvSpPr/>
            <p:nvPr/>
          </p:nvSpPr>
          <p:spPr>
            <a:xfrm>
              <a:off x="3978038" y="22262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7C9DCFC-4744-21DD-338C-715082B7CA48}"/>
                </a:ext>
              </a:extLst>
            </p:cNvPr>
            <p:cNvSpPr/>
            <p:nvPr/>
          </p:nvSpPr>
          <p:spPr>
            <a:xfrm>
              <a:off x="23778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82660F3-38C5-6D91-D62A-54886B8DD280}"/>
                </a:ext>
              </a:extLst>
            </p:cNvPr>
            <p:cNvSpPr/>
            <p:nvPr/>
          </p:nvSpPr>
          <p:spPr>
            <a:xfrm>
              <a:off x="26064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A46FBB5-9409-1E80-99ED-7B7BDB763E86}"/>
                </a:ext>
              </a:extLst>
            </p:cNvPr>
            <p:cNvSpPr/>
            <p:nvPr/>
          </p:nvSpPr>
          <p:spPr>
            <a:xfrm>
              <a:off x="28350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FC08093-9A9C-DD87-C080-5FEA7DB59805}"/>
                </a:ext>
              </a:extLst>
            </p:cNvPr>
            <p:cNvSpPr/>
            <p:nvPr/>
          </p:nvSpPr>
          <p:spPr>
            <a:xfrm>
              <a:off x="30636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72F5A83-1392-239C-D902-AA59F38D4AA8}"/>
                </a:ext>
              </a:extLst>
            </p:cNvPr>
            <p:cNvSpPr/>
            <p:nvPr/>
          </p:nvSpPr>
          <p:spPr>
            <a:xfrm>
              <a:off x="32922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79A71FB-20E7-8B93-73CA-DEC932868B6D}"/>
                </a:ext>
              </a:extLst>
            </p:cNvPr>
            <p:cNvSpPr/>
            <p:nvPr/>
          </p:nvSpPr>
          <p:spPr>
            <a:xfrm>
              <a:off x="35208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FC9C09C-C49F-935A-D9A3-6AB1FA900693}"/>
                </a:ext>
              </a:extLst>
            </p:cNvPr>
            <p:cNvSpPr/>
            <p:nvPr/>
          </p:nvSpPr>
          <p:spPr>
            <a:xfrm>
              <a:off x="3749438" y="24675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CC21AD6-5A0E-2DEE-A025-B4B876169F6A}"/>
                </a:ext>
              </a:extLst>
            </p:cNvPr>
            <p:cNvSpPr/>
            <p:nvPr/>
          </p:nvSpPr>
          <p:spPr>
            <a:xfrm>
              <a:off x="3978038" y="24675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9E209-70D7-E586-CB63-24848D0CC1AD}"/>
                </a:ext>
              </a:extLst>
            </p:cNvPr>
            <p:cNvSpPr/>
            <p:nvPr/>
          </p:nvSpPr>
          <p:spPr>
            <a:xfrm>
              <a:off x="23778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8F77D01-8165-B9CF-A18E-E0990CA83E5F}"/>
                </a:ext>
              </a:extLst>
            </p:cNvPr>
            <p:cNvSpPr/>
            <p:nvPr/>
          </p:nvSpPr>
          <p:spPr>
            <a:xfrm>
              <a:off x="26064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7EA34D6-6916-651F-C618-AB277373F300}"/>
                </a:ext>
              </a:extLst>
            </p:cNvPr>
            <p:cNvSpPr/>
            <p:nvPr/>
          </p:nvSpPr>
          <p:spPr>
            <a:xfrm>
              <a:off x="28350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784AC7B-E497-F816-7151-3F6CF9C8F3F0}"/>
                </a:ext>
              </a:extLst>
            </p:cNvPr>
            <p:cNvSpPr/>
            <p:nvPr/>
          </p:nvSpPr>
          <p:spPr>
            <a:xfrm>
              <a:off x="30636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A2553BC-A6E8-587B-7094-97288A769742}"/>
                </a:ext>
              </a:extLst>
            </p:cNvPr>
            <p:cNvSpPr/>
            <p:nvPr/>
          </p:nvSpPr>
          <p:spPr>
            <a:xfrm>
              <a:off x="32922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49DED5E-1FB6-452A-524B-9CF7A59D1943}"/>
                </a:ext>
              </a:extLst>
            </p:cNvPr>
            <p:cNvSpPr/>
            <p:nvPr/>
          </p:nvSpPr>
          <p:spPr>
            <a:xfrm>
              <a:off x="35208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D4FB315-2500-E3B0-3E54-56AA8C9F9130}"/>
                </a:ext>
              </a:extLst>
            </p:cNvPr>
            <p:cNvSpPr/>
            <p:nvPr/>
          </p:nvSpPr>
          <p:spPr>
            <a:xfrm>
              <a:off x="3749438" y="2708891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6FE34E1-88FF-37D0-5836-DFDB33BAFDA0}"/>
                </a:ext>
              </a:extLst>
            </p:cNvPr>
            <p:cNvSpPr/>
            <p:nvPr/>
          </p:nvSpPr>
          <p:spPr>
            <a:xfrm>
              <a:off x="3978038" y="2708890"/>
              <a:ext cx="156949" cy="1637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타원 27">
            <a:extLst>
              <a:ext uri="{FF2B5EF4-FFF2-40B4-BE49-F238E27FC236}">
                <a16:creationId xmlns:a16="http://schemas.microsoft.com/office/drawing/2014/main" id="{B8C777A3-0E91-3614-9EFC-95A70ADA63F2}"/>
              </a:ext>
            </a:extLst>
          </p:cNvPr>
          <p:cNvSpPr/>
          <p:nvPr/>
        </p:nvSpPr>
        <p:spPr>
          <a:xfrm>
            <a:off x="7781870" y="4699890"/>
            <a:ext cx="1343875" cy="863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Players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589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125</Words>
  <Application>Microsoft Office PowerPoint</Application>
  <PresentationFormat>와이드스크린</PresentationFormat>
  <Paragraphs>45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장명운(2020180033)</dc:creator>
  <cp:lastModifiedBy>장명운(2020180033)</cp:lastModifiedBy>
  <cp:revision>9</cp:revision>
  <dcterms:created xsi:type="dcterms:W3CDTF">2025-01-04T09:31:31Z</dcterms:created>
  <dcterms:modified xsi:type="dcterms:W3CDTF">2025-01-04T18:25:20Z</dcterms:modified>
</cp:coreProperties>
</file>