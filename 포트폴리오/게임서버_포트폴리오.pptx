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4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10A12B9-5F3A-4A95-91E7-5C5F7FFB3E61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7620001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E8FE78-24E7-65D4-467A-1FF38444E467}"/>
              </a:ext>
            </a:extLst>
          </p:cNvPr>
          <p:cNvSpPr>
            <a:spLocks noGrp="1"/>
          </p:cNvSpPr>
          <p:nvPr/>
        </p:nvSpPr>
        <p:spPr>
          <a:xfrm>
            <a:off x="742950" y="5718832"/>
            <a:ext cx="23558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Noto Sans KR"/>
                <a:ea typeface="Noto Sans KR"/>
                <a:cs typeface="Noto Sans KR"/>
              </a:rPr>
              <a:t>연락처 | 010 – 5920 - 3386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3755DF1-FD55-47A0-9639-55B9341BC770}"/>
              </a:ext>
            </a:extLst>
          </p:cNvPr>
          <p:cNvSpPr>
            <a:spLocks noGrp="1"/>
          </p:cNvSpPr>
          <p:nvPr/>
        </p:nvSpPr>
        <p:spPr>
          <a:xfrm>
            <a:off x="742950" y="1743969"/>
            <a:ext cx="876300" cy="5715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A3CE40-D390-1883-0A70-8BA53F892C9E}"/>
              </a:ext>
            </a:extLst>
          </p:cNvPr>
          <p:cNvSpPr>
            <a:spLocks noGrp="1"/>
          </p:cNvSpPr>
          <p:nvPr/>
        </p:nvSpPr>
        <p:spPr>
          <a:xfrm>
            <a:off x="742950" y="2206237"/>
            <a:ext cx="5353050" cy="7617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350" b="1">
                <a:latin typeface="Noto Sans KR"/>
                <a:ea typeface="Noto Sans KR"/>
                <a:cs typeface="Noto Sans KR"/>
              </a:rPr>
              <a:t>게임 서버 프로그래머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45D970-C6C2-B5C9-928D-F6C4A6F668BC}"/>
              </a:ext>
            </a:extLst>
          </p:cNvPr>
          <p:cNvSpPr>
            <a:spLocks noGrp="1"/>
          </p:cNvSpPr>
          <p:nvPr/>
        </p:nvSpPr>
        <p:spPr>
          <a:xfrm>
            <a:off x="742950" y="3048126"/>
            <a:ext cx="40720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latin typeface="Noto Sans KR"/>
                <a:ea typeface="Noto Sans KR"/>
                <a:cs typeface="Noto Sans KR"/>
              </a:rPr>
              <a:t>포트폴리오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213687-005D-4C7D-9F8E-D57C784DD79E}"/>
              </a:ext>
            </a:extLst>
          </p:cNvPr>
          <p:cNvSpPr>
            <a:spLocks noGrp="1"/>
          </p:cNvSpPr>
          <p:nvPr/>
        </p:nvSpPr>
        <p:spPr>
          <a:xfrm>
            <a:off x="3419474" y="5718831"/>
            <a:ext cx="26765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latin typeface="Noto Sans KR"/>
                <a:ea typeface="Noto Sans KR"/>
                <a:cs typeface="Noto Sans KR"/>
              </a:rPr>
              <a:t>메일 | asm1133@naver.com</a:t>
            </a:r>
          </a:p>
        </p:txBody>
      </p:sp>
    </p:spTree>
    <p:extLst>
      <p:ext uri="{BB962C8B-B14F-4D97-AF65-F5344CB8AC3E}">
        <p14:creationId xmlns:p14="http://schemas.microsoft.com/office/powerpoint/2010/main" val="21131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4CE49F4-919B-4D8A-8016-1091D68FB7ED}"/>
              </a:ext>
            </a:extLst>
          </p:cNvPr>
          <p:cNvSpPr>
            <a:spLocks noGrp="1"/>
          </p:cNvSpPr>
          <p:nvPr/>
        </p:nvSpPr>
        <p:spPr>
          <a:xfrm>
            <a:off x="666750" y="495300"/>
            <a:ext cx="2571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36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sz="36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소개</a:t>
            </a:r>
            <a:endParaRPr sz="2550" b="1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F7D36BF-78B0-4328-82AB-960332D5C84C}"/>
              </a:ext>
            </a:extLst>
          </p:cNvPr>
          <p:cNvSpPr>
            <a:spLocks noGrp="1"/>
          </p:cNvSpPr>
          <p:nvPr/>
        </p:nvSpPr>
        <p:spPr>
          <a:xfrm>
            <a:off x="0" y="342900"/>
            <a:ext cx="12192000" cy="14288"/>
          </a:xfrm>
          <a:prstGeom prst="rect">
            <a:avLst/>
          </a:prstGeom>
          <a:solidFill>
            <a:srgbClr val="0B1F3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A63C1CA-4E06-435C-B458-988126890D51}"/>
              </a:ext>
            </a:extLst>
          </p:cNvPr>
          <p:cNvSpPr>
            <a:spLocks noGrp="1"/>
          </p:cNvSpPr>
          <p:nvPr/>
        </p:nvSpPr>
        <p:spPr>
          <a:xfrm>
            <a:off x="495300" y="4810125"/>
            <a:ext cx="3238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  <a:defRPr sz="285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2850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우상훈</a:t>
            </a:r>
            <a:endParaRPr sz="2850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5F5CB80-307A-45E2-9031-2439DB763CE0}"/>
              </a:ext>
            </a:extLst>
          </p:cNvPr>
          <p:cNvSpPr>
            <a:spLocks noGrp="1"/>
          </p:cNvSpPr>
          <p:nvPr/>
        </p:nvSpPr>
        <p:spPr>
          <a:xfrm>
            <a:off x="471488" y="5500687"/>
            <a:ext cx="3276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5000"/>
              </a:lnSpc>
              <a:buNone/>
              <a:defRPr sz="1500" b="0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실시간</a:t>
            </a:r>
            <a:r>
              <a:rPr sz="1500" b="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서버의</a:t>
            </a:r>
            <a:r>
              <a:rPr sz="1500" b="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문제를</a:t>
            </a:r>
            <a:r>
              <a:rPr sz="1500" b="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측정하고</a:t>
            </a:r>
            <a:endParaRPr sz="1500" b="0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  <a:p>
            <a:pPr algn="ctr">
              <a:lnSpc>
                <a:spcPct val="95000"/>
              </a:lnSpc>
              <a:buNone/>
              <a:defRPr sz="1500" b="0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구조적으로</a:t>
            </a:r>
            <a:r>
              <a:rPr sz="1500" b="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해결하는</a:t>
            </a:r>
            <a:r>
              <a:rPr sz="1500" b="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개발자</a:t>
            </a:r>
            <a:endParaRPr sz="1500" b="0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718D98-80E8-4EA4-BA5A-FB43870790E4}"/>
              </a:ext>
            </a:extLst>
          </p:cNvPr>
          <p:cNvSpPr>
            <a:spLocks noGrp="1"/>
          </p:cNvSpPr>
          <p:nvPr/>
        </p:nvSpPr>
        <p:spPr>
          <a:xfrm>
            <a:off x="4095750" y="342900"/>
            <a:ext cx="14288" cy="6172200"/>
          </a:xfrm>
          <a:prstGeom prst="rect">
            <a:avLst/>
          </a:prstGeom>
          <a:solidFill>
            <a:srgbClr val="0B1F3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EAE2466-551C-4256-90F5-36C616F788A2}"/>
              </a:ext>
            </a:extLst>
          </p:cNvPr>
          <p:cNvSpPr>
            <a:spLocks noGrp="1"/>
          </p:cNvSpPr>
          <p:nvPr/>
        </p:nvSpPr>
        <p:spPr>
          <a:xfrm>
            <a:off x="4457700" y="590550"/>
            <a:ext cx="742950" cy="438150"/>
          </a:xfrm>
          <a:prstGeom prst="roundRect">
            <a:avLst>
              <a:gd name="adj" fmla="val 50000"/>
            </a:avLst>
          </a:prstGeom>
          <a:solidFill>
            <a:srgbClr val="0B315F"/>
          </a:solidFill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01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8199DC-0720-41C2-AE08-EEF3F4346EEB}"/>
              </a:ext>
            </a:extLst>
          </p:cNvPr>
          <p:cNvSpPr>
            <a:spLocks noGrp="1"/>
          </p:cNvSpPr>
          <p:nvPr/>
        </p:nvSpPr>
        <p:spPr>
          <a:xfrm>
            <a:off x="5410200" y="5524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30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프로필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EB24DF-D179-4348-A599-911B3D062BF2}"/>
              </a:ext>
            </a:extLst>
          </p:cNvPr>
          <p:cNvSpPr>
            <a:spLocks noGrp="1"/>
          </p:cNvSpPr>
          <p:nvPr/>
        </p:nvSpPr>
        <p:spPr>
          <a:xfrm>
            <a:off x="4476750" y="13335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575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75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생년월일</a:t>
            </a:r>
            <a:endParaRPr sz="1575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AFAAC0-C458-42CF-87D0-8AF0284B48CA}"/>
              </a:ext>
            </a:extLst>
          </p:cNvPr>
          <p:cNvSpPr>
            <a:spLocks noGrp="1"/>
          </p:cNvSpPr>
          <p:nvPr/>
        </p:nvSpPr>
        <p:spPr>
          <a:xfrm>
            <a:off x="5676900" y="1333500"/>
            <a:ext cx="542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650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2000.04.20</a:t>
            </a:r>
            <a:endParaRPr sz="1650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F49852E-A20C-4E6A-9E79-1BD71E7061C3}"/>
              </a:ext>
            </a:extLst>
          </p:cNvPr>
          <p:cNvSpPr>
            <a:spLocks noGrp="1"/>
          </p:cNvSpPr>
          <p:nvPr/>
        </p:nvSpPr>
        <p:spPr>
          <a:xfrm>
            <a:off x="4476750" y="1695450"/>
            <a:ext cx="6705600" cy="9525"/>
          </a:xfrm>
          <a:prstGeom prst="rect">
            <a:avLst/>
          </a:prstGeom>
          <a:solidFill>
            <a:srgbClr val="C5CDD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9F7FB12-086E-4B4E-8B5E-A2D30697AFFE}"/>
              </a:ext>
            </a:extLst>
          </p:cNvPr>
          <p:cNvSpPr>
            <a:spLocks noGrp="1"/>
          </p:cNvSpPr>
          <p:nvPr/>
        </p:nvSpPr>
        <p:spPr>
          <a:xfrm>
            <a:off x="4476750" y="17907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575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이메일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01BD576-5C54-4A4B-AB65-BED4835D173A}"/>
              </a:ext>
            </a:extLst>
          </p:cNvPr>
          <p:cNvSpPr>
            <a:spLocks noGrp="1"/>
          </p:cNvSpPr>
          <p:nvPr/>
        </p:nvSpPr>
        <p:spPr>
          <a:xfrm>
            <a:off x="5676900" y="1790700"/>
            <a:ext cx="542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1650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asm1133@naver.com</a:t>
            </a:r>
            <a:endParaRPr sz="1650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5492F2F-887F-4933-A9C3-B42FA8063BFB}"/>
              </a:ext>
            </a:extLst>
          </p:cNvPr>
          <p:cNvSpPr>
            <a:spLocks noGrp="1"/>
          </p:cNvSpPr>
          <p:nvPr/>
        </p:nvSpPr>
        <p:spPr>
          <a:xfrm>
            <a:off x="4476750" y="2152650"/>
            <a:ext cx="6705600" cy="9525"/>
          </a:xfrm>
          <a:prstGeom prst="rect">
            <a:avLst/>
          </a:prstGeom>
          <a:solidFill>
            <a:srgbClr val="C5CDD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61D5F57-5A15-4FFD-BD25-20139B84FD85}"/>
              </a:ext>
            </a:extLst>
          </p:cNvPr>
          <p:cNvSpPr>
            <a:spLocks noGrp="1"/>
          </p:cNvSpPr>
          <p:nvPr/>
        </p:nvSpPr>
        <p:spPr>
          <a:xfrm>
            <a:off x="4476750" y="22479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575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575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연락처</a:t>
            </a:r>
            <a:endParaRPr sz="1575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FCFE0-594B-454A-B145-E1F0F0D0DDFB}"/>
              </a:ext>
            </a:extLst>
          </p:cNvPr>
          <p:cNvSpPr>
            <a:spLocks noGrp="1"/>
          </p:cNvSpPr>
          <p:nvPr/>
        </p:nvSpPr>
        <p:spPr>
          <a:xfrm>
            <a:off x="5676900" y="2247900"/>
            <a:ext cx="542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altLang="ko-KR" sz="1650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010 – 5920 - 3386</a:t>
            </a:r>
            <a:endParaRPr sz="1650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728D0DC-D8EB-4D44-8DA8-6446292DF5A4}"/>
              </a:ext>
            </a:extLst>
          </p:cNvPr>
          <p:cNvSpPr>
            <a:spLocks noGrp="1"/>
          </p:cNvSpPr>
          <p:nvPr/>
        </p:nvSpPr>
        <p:spPr>
          <a:xfrm>
            <a:off x="4476750" y="2609850"/>
            <a:ext cx="6705600" cy="9525"/>
          </a:xfrm>
          <a:prstGeom prst="rect">
            <a:avLst/>
          </a:prstGeom>
          <a:solidFill>
            <a:srgbClr val="C5CDD1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3006459-9225-4D83-800F-0A72B065C2E8}"/>
              </a:ext>
            </a:extLst>
          </p:cNvPr>
          <p:cNvSpPr>
            <a:spLocks noGrp="1"/>
          </p:cNvSpPr>
          <p:nvPr/>
        </p:nvSpPr>
        <p:spPr>
          <a:xfrm>
            <a:off x="4476750" y="270510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575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endParaRPr sz="1575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13F826-2D21-4E9D-AD27-EA5A89968B18}"/>
              </a:ext>
            </a:extLst>
          </p:cNvPr>
          <p:cNvSpPr>
            <a:spLocks noGrp="1"/>
          </p:cNvSpPr>
          <p:nvPr/>
        </p:nvSpPr>
        <p:spPr>
          <a:xfrm>
            <a:off x="5676900" y="2705100"/>
            <a:ext cx="542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165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endParaRPr sz="1650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0F5559F-125C-42B2-ADD9-C5880374189E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7486650" cy="14288"/>
          </a:xfrm>
          <a:prstGeom prst="rect">
            <a:avLst/>
          </a:prstGeom>
          <a:solidFill>
            <a:srgbClr val="5D6B78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61320B1-0E86-431F-9B8E-0E92512E00F1}"/>
              </a:ext>
            </a:extLst>
          </p:cNvPr>
          <p:cNvSpPr>
            <a:spLocks noGrp="1"/>
          </p:cNvSpPr>
          <p:nvPr/>
        </p:nvSpPr>
        <p:spPr>
          <a:xfrm>
            <a:off x="4457700" y="3638550"/>
            <a:ext cx="742950" cy="438150"/>
          </a:xfrm>
          <a:prstGeom prst="roundRect">
            <a:avLst>
              <a:gd name="adj" fmla="val 50000"/>
            </a:avLst>
          </a:prstGeom>
          <a:solidFill>
            <a:srgbClr val="0B315F"/>
          </a:solidFill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B1A3928-7C6C-490C-832D-2B36015597EC}"/>
              </a:ext>
            </a:extLst>
          </p:cNvPr>
          <p:cNvSpPr>
            <a:spLocks noGrp="1"/>
          </p:cNvSpPr>
          <p:nvPr/>
        </p:nvSpPr>
        <p:spPr>
          <a:xfrm>
            <a:off x="5410200" y="3600450"/>
            <a:ext cx="1714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  <a:defRPr sz="30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sz="30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기술</a:t>
            </a:r>
          </a:p>
        </p:txBody>
      </p:sp>
      <p:sp>
        <p:nvSpPr>
          <p:cNvPr id="27" name="intro-accent-bar">
            <a:extLst>
              <a:ext uri="{FF2B5EF4-FFF2-40B4-BE49-F238E27FC236}">
                <a16:creationId xmlns:a16="http://schemas.microsoft.com/office/drawing/2014/main" id="{A1758117-F00B-4CE5-82DA-00261AD5882B}"/>
              </a:ext>
            </a:extLst>
          </p:cNvPr>
          <p:cNvSpPr>
            <a:spLocks noGrp="1"/>
          </p:cNvSpPr>
          <p:nvPr/>
        </p:nvSpPr>
        <p:spPr>
          <a:xfrm>
            <a:off x="381000" y="514350"/>
            <a:ext cx="114300" cy="533400"/>
          </a:xfrm>
          <a:prstGeom prst="rect">
            <a:avLst/>
          </a:prstGeom>
          <a:solidFill>
            <a:srgbClr val="0B315F"/>
          </a:solidFill>
          <a:ln w="0">
            <a:noFill/>
            <a:prstDash val="solid"/>
          </a:ln>
        </p:spPr>
      </p:sp>
      <p:sp>
        <p:nvSpPr>
          <p:cNvPr id="29" name="lower-section-divider">
            <a:extLst>
              <a:ext uri="{FF2B5EF4-FFF2-40B4-BE49-F238E27FC236}">
                <a16:creationId xmlns:a16="http://schemas.microsoft.com/office/drawing/2014/main" id="{3D815B64-0D89-4C26-A02A-37744BA70886}"/>
              </a:ext>
            </a:extLst>
          </p:cNvPr>
          <p:cNvSpPr>
            <a:spLocks noGrp="1"/>
          </p:cNvSpPr>
          <p:nvPr/>
        </p:nvSpPr>
        <p:spPr>
          <a:xfrm>
            <a:off x="7953375" y="3524250"/>
            <a:ext cx="0" cy="2781300"/>
          </a:xfrm>
          <a:prstGeom prst="line">
            <a:avLst/>
          </a:prstGeom>
          <a:noFill/>
          <a:ln w="14288">
            <a:solidFill>
              <a:srgbClr val="5D6B78"/>
            </a:solidFill>
            <a:prstDash val="dot"/>
          </a:ln>
        </p:spPr>
      </p:sp>
      <p:sp>
        <p:nvSpPr>
          <p:cNvPr id="30" name="section-03-number">
            <a:extLst>
              <a:ext uri="{FF2B5EF4-FFF2-40B4-BE49-F238E27FC236}">
                <a16:creationId xmlns:a16="http://schemas.microsoft.com/office/drawing/2014/main" id="{EC4F4266-2855-4F33-BB98-728966C4D965}"/>
              </a:ext>
            </a:extLst>
          </p:cNvPr>
          <p:cNvSpPr>
            <a:spLocks noGrp="1"/>
          </p:cNvSpPr>
          <p:nvPr/>
        </p:nvSpPr>
        <p:spPr>
          <a:xfrm>
            <a:off x="8210550" y="3638550"/>
            <a:ext cx="742950" cy="438150"/>
          </a:xfrm>
          <a:prstGeom prst="roundRect">
            <a:avLst>
              <a:gd name="adj" fmla="val 50000"/>
            </a:avLst>
          </a:prstGeom>
          <a:solidFill>
            <a:srgbClr val="0B315F"/>
          </a:solidFill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225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31" name="section-03-title">
            <a:extLst>
              <a:ext uri="{FF2B5EF4-FFF2-40B4-BE49-F238E27FC236}">
                <a16:creationId xmlns:a16="http://schemas.microsoft.com/office/drawing/2014/main" id="{ABF07770-29A2-43B1-9014-CD388CB12ED2}"/>
              </a:ext>
            </a:extLst>
          </p:cNvPr>
          <p:cNvSpPr>
            <a:spLocks noGrp="1"/>
          </p:cNvSpPr>
          <p:nvPr/>
        </p:nvSpPr>
        <p:spPr>
          <a:xfrm>
            <a:off x="9144000" y="3600450"/>
            <a:ext cx="2095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3000" b="1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3000" b="1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수상</a:t>
            </a:r>
            <a:endParaRPr sz="3000" b="1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9" name="concurrency-value">
            <a:extLst>
              <a:ext uri="{FF2B5EF4-FFF2-40B4-BE49-F238E27FC236}">
                <a16:creationId xmlns:a16="http://schemas.microsoft.com/office/drawing/2014/main" id="{BC81AE94-0EB0-4BD1-9471-97668D5FDF43}"/>
              </a:ext>
            </a:extLst>
          </p:cNvPr>
          <p:cNvSpPr>
            <a:spLocks noGrp="1"/>
          </p:cNvSpPr>
          <p:nvPr/>
        </p:nvSpPr>
        <p:spPr>
          <a:xfrm>
            <a:off x="9001125" y="4443412"/>
            <a:ext cx="23812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4000"/>
              </a:lnSpc>
              <a:buNone/>
              <a:defRPr sz="1350" b="0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35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한국공학대학교 졸업작품 </a:t>
            </a:r>
            <a:r>
              <a:rPr lang="ko-KR" altLang="en-US" sz="1350" dirty="0" err="1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총장상</a:t>
            </a:r>
            <a:endParaRPr sz="1350" b="0" dirty="0">
              <a:solidFill>
                <a:srgbClr val="0B1F33"/>
              </a:solidFill>
              <a:latin typeface="Noto Sans KR"/>
              <a:ea typeface="Noto Sans KR"/>
              <a:cs typeface="Noto Sans KR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4C231A93-7054-45FD-B86B-48137080B4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913" y="1263651"/>
            <a:ext cx="2571750" cy="343328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073B79A2-FDD8-44CA-A32B-64A19E6C80C7}"/>
              </a:ext>
            </a:extLst>
          </p:cNvPr>
          <p:cNvSpPr txBox="1"/>
          <p:nvPr/>
        </p:nvSpPr>
        <p:spPr>
          <a:xfrm>
            <a:off x="8210551" y="4358047"/>
            <a:ext cx="7429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endParaRPr lang="ko-KR" altLang="en-US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language-label">
            <a:extLst>
              <a:ext uri="{FF2B5EF4-FFF2-40B4-BE49-F238E27FC236}">
                <a16:creationId xmlns:a16="http://schemas.microsoft.com/office/drawing/2014/main" id="{0561BC6E-B249-459C-B591-467126BE9571}"/>
              </a:ext>
            </a:extLst>
          </p:cNvPr>
          <p:cNvSpPr>
            <a:spLocks noGrp="1"/>
          </p:cNvSpPr>
          <p:nvPr/>
        </p:nvSpPr>
        <p:spPr>
          <a:xfrm>
            <a:off x="4476750" y="4362450"/>
            <a:ext cx="628650" cy="247650"/>
          </a:xfrm>
          <a:prstGeom prst="rect">
            <a:avLst/>
          </a:prstGeom>
          <a:solidFill>
            <a:srgbClr val="0B315F"/>
          </a:solidFill>
          <a:ln w="0">
            <a:noFill/>
            <a:prstDash val="solid"/>
          </a:ln>
        </p:spPr>
        <p:txBody>
          <a:bodyPr wrap="none" lIns="38100" tIns="0" rIns="38100" bIns="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언어</a:t>
            </a:r>
          </a:p>
        </p:txBody>
      </p:sp>
      <p:sp>
        <p:nvSpPr>
          <p:cNvPr id="33" name="language-value">
            <a:extLst>
              <a:ext uri="{FF2B5EF4-FFF2-40B4-BE49-F238E27FC236}">
                <a16:creationId xmlns:a16="http://schemas.microsoft.com/office/drawing/2014/main" id="{031E9EF4-4E14-4704-8836-1AD20AE88277}"/>
              </a:ext>
            </a:extLst>
          </p:cNvPr>
          <p:cNvSpPr>
            <a:spLocks noGrp="1"/>
          </p:cNvSpPr>
          <p:nvPr/>
        </p:nvSpPr>
        <p:spPr>
          <a:xfrm>
            <a:off x="5200650" y="4329112"/>
            <a:ext cx="742931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4000"/>
              </a:lnSpc>
              <a:buNone/>
              <a:defRPr sz="1350" b="0">
                <a:solidFill>
                  <a:srgbClr val="0B1F33"/>
                </a:solidFill>
                <a:latin typeface="Noto Sans KR"/>
                <a:ea typeface="Noto Sans KR"/>
                <a:cs typeface="Noto Sans KR"/>
              </a:defRPr>
            </a:pPr>
            <a:r>
              <a:rPr lang="en-US" sz="135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C, </a:t>
            </a:r>
            <a:r>
              <a:rPr sz="1350" b="0" dirty="0">
                <a:solidFill>
                  <a:srgbClr val="0B1F33"/>
                </a:solidFill>
                <a:latin typeface="Noto Sans KR"/>
                <a:ea typeface="Noto Sans KR"/>
                <a:cs typeface="Noto Sans KR"/>
              </a:rPr>
              <a:t>C++20</a:t>
            </a:r>
          </a:p>
        </p:txBody>
      </p:sp>
      <p:sp>
        <p:nvSpPr>
          <p:cNvPr id="34" name="server-label">
            <a:extLst>
              <a:ext uri="{FF2B5EF4-FFF2-40B4-BE49-F238E27FC236}">
                <a16:creationId xmlns:a16="http://schemas.microsoft.com/office/drawing/2014/main" id="{8045DE86-AE07-40D5-A698-415D1E4DC03C}"/>
              </a:ext>
            </a:extLst>
          </p:cNvPr>
          <p:cNvSpPr>
            <a:spLocks noGrp="1"/>
          </p:cNvSpPr>
          <p:nvPr/>
        </p:nvSpPr>
        <p:spPr>
          <a:xfrm>
            <a:off x="4471988" y="4805363"/>
            <a:ext cx="628650" cy="247650"/>
          </a:xfrm>
          <a:prstGeom prst="rect">
            <a:avLst/>
          </a:prstGeom>
          <a:solidFill>
            <a:srgbClr val="0B315F"/>
          </a:solidFill>
          <a:ln w="0">
            <a:noFill/>
            <a:prstDash val="solid"/>
          </a:ln>
        </p:spPr>
        <p:txBody>
          <a:bodyPr wrap="none" lIns="38100" tIns="0" rIns="38100" bIns="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서버</a:t>
            </a:r>
          </a:p>
        </p:txBody>
      </p:sp>
      <p:sp>
        <p:nvSpPr>
          <p:cNvPr id="35" name="server-label">
            <a:extLst>
              <a:ext uri="{FF2B5EF4-FFF2-40B4-BE49-F238E27FC236}">
                <a16:creationId xmlns:a16="http://schemas.microsoft.com/office/drawing/2014/main" id="{FD11060C-C942-4952-BECB-2E5741453110}"/>
              </a:ext>
            </a:extLst>
          </p:cNvPr>
          <p:cNvSpPr>
            <a:spLocks noGrp="1"/>
          </p:cNvSpPr>
          <p:nvPr/>
        </p:nvSpPr>
        <p:spPr>
          <a:xfrm>
            <a:off x="4471987" y="5253037"/>
            <a:ext cx="794659" cy="247650"/>
          </a:xfrm>
          <a:prstGeom prst="rect">
            <a:avLst/>
          </a:prstGeom>
          <a:solidFill>
            <a:srgbClr val="0B315F"/>
          </a:solidFill>
          <a:ln w="0">
            <a:noFill/>
            <a:prstDash val="solid"/>
          </a:ln>
        </p:spPr>
        <p:txBody>
          <a:bodyPr wrap="none" lIns="38100" tIns="0" rIns="38100" bIns="0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2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클라이언트</a:t>
            </a:r>
            <a:endParaRPr sz="1275" b="1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148961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757D2A-8962-4488-BAE9-4591D77D2D8B}"/>
              </a:ext>
            </a:extLst>
          </p:cNvPr>
          <p:cNvSpPr txBox="1"/>
          <p:nvPr/>
        </p:nvSpPr>
        <p:spPr>
          <a:xfrm>
            <a:off x="1175657" y="534390"/>
            <a:ext cx="53082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기재할 내용들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/>
              <a:t>서버 구조 설명</a:t>
            </a:r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최적화 사항</a:t>
            </a:r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기타 자잘한 것들</a:t>
            </a:r>
          </a:p>
        </p:txBody>
      </p:sp>
    </p:spTree>
    <p:extLst>
      <p:ext uri="{BB962C8B-B14F-4D97-AF65-F5344CB8AC3E}">
        <p14:creationId xmlns:p14="http://schemas.microsoft.com/office/powerpoint/2010/main" val="1278354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1384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927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75692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75</Words>
  <Application>Microsoft Office PowerPoint</Application>
  <DocSecurity>0</DocSecurity>
  <PresentationFormat>와이드스크린</PresentationFormat>
  <Paragraphs>30</Paragraphs>
  <Slides>6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Noto Sans KR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우상훈</cp:lastModifiedBy>
  <cp:revision>18</cp:revision>
  <dcterms:created xsi:type="dcterms:W3CDTF">2026-09-07T03:25:14Z</dcterms:created>
  <dcterms:modified xsi:type="dcterms:W3CDTF">2026-09-07T03:56:17Z</dcterms:modified>
</cp:coreProperties>
</file>