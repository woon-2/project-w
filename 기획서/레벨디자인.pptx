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5696" autoAdjust="0"/>
  </p:normalViewPr>
  <p:slideViewPr>
    <p:cSldViewPr snapToGrid="0">
      <p:cViewPr>
        <p:scale>
          <a:sx n="50" d="100"/>
          <a:sy n="50" d="100"/>
        </p:scale>
        <p:origin x="816" y="4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11D9DC-3FEE-4F11-AD35-CEE651F1B297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14CBA9-0158-404A-81E2-D960BBF145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023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4CBA9-0158-404A-81E2-D960BBF1450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9657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351F86-1F2C-086B-DF23-5771ED3411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9E5193B-1A7E-46C4-2866-8C5A5A46B8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EA7D5-B50C-DD3E-7D02-30B5E9503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939580-8947-1851-DDC8-5DB368F08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7FE578-D39F-81E6-C46E-82DB3E950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958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22F50-FB77-9891-25E4-A369B62D3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C23F4E-7D09-00DF-DD2C-974E2002C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FBBFB0-9470-79E4-E159-01C50C280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5227BF-9008-1AAD-593E-53EA47F17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9D0196-FB5F-5B07-8B72-424204235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8548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C18F63-4327-A6C1-4B4F-80A835FF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CD66B2-52B2-BA99-88AD-03B852C60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B8E14E-FE1F-9A91-7FF3-263692611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88CAD5-7FC1-BA19-D3EA-A6D66488C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60C78D-ECC6-845C-A590-8851E37C4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203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27C473-1948-2C15-7015-4A99DF722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521873-27E6-596B-3A14-08F4CF62D9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9EA31-3EB0-C624-125F-F7670C4942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48A599E-437D-112C-7EBD-D5329AF4D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1C4A8F-88E3-ADCF-D95B-B7C79B4FB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68E00B2-D666-DA6B-CB06-F705DF605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1158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BAE805-369D-4CFC-55A5-CD929A18C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9479DF-6CDA-004F-BA1B-CB2BDBF816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4D4AD28-81BA-E946-CA4E-FF087818DE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F30B6C-F231-8E20-70A6-3097EAECB9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E1A77E9-718D-29B8-0D8E-B0716CB5BD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072C8B6-61BE-856B-C579-5A7634128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0BBEB76-F665-8306-AFCE-DBA887DAE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2CBE4C7-5168-A67F-D89C-66B83B7F6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2208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F2188F-3CCD-6C7A-AAD2-C5FEABD8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9D78619-09EE-6DF2-FDD9-E9B371619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21AB923-01D3-1F15-B9CD-086154092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5CFB137-18D5-B661-502D-2ED5620E1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470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BB89450-36CF-A482-1F68-CA9C35304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D097B04-3A92-28B8-084F-260B4D051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24194C-2FC0-B944-5072-D2FC7DFE1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65217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89FE8A-9AB4-0258-7036-657FB0861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820EAE-6ACA-B65A-98C0-1E0D3D3AF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61462-D90A-D6AC-3523-F9DD08481F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350EE3-8744-E611-7D09-9AF022C27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56CF76E-4A3E-B1C0-8B35-64D20E5EA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52431D-327B-3ECD-98C0-F021761B0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77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7B7B5-F2E2-50EF-B59C-78537E0E3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473BB15-7083-D7F4-79D2-6604DC89C9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70E3C8-FBE7-4B67-62DF-0F9E2E1E50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E7A17ED-6E6A-D32A-FF64-94F07CB61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DF24225-A7B9-36A9-6A87-9219AFDCA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C70A65-AFDD-649D-00DE-5699738EE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116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BA106-392F-4977-59B3-943E9A7E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94A8594-CB6B-9A29-3634-79E5FDF1C1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27997B-6C3E-7A48-EBE5-4FAA01E8A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6D082D-02B7-B06F-7E68-2352FBB53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BA8988-EB98-B11B-4351-14F7E2951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1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13AE03C-A43B-9299-62BA-04890E2EEA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3F97B8D-B884-D830-48E6-7D039E075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C32161-21E0-45DE-7CF2-F5F7C4BFA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68CB48-DEB6-39DD-1725-6FFAC3D53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198536-3092-ACA1-FBC6-BBBD134C7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6046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E6676F5-85C2-85C6-3DB9-C7D46B520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3F2599-BB30-4233-CACA-B52FAA594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0CC8A6-C29F-330F-F778-76BF707073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651A68-54C1-4BB0-BC22-A8C6FFFA29CD}" type="datetimeFigureOut">
              <a:rPr lang="ko-KR" altLang="en-US" smtClean="0"/>
              <a:t>2025-01-10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B3C8B1-6552-600D-95EA-9F3622221D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D2BA44-E7AD-EC80-37FD-1CF9435633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368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이등변 삼각형 3">
            <a:extLst>
              <a:ext uri="{FF2B5EF4-FFF2-40B4-BE49-F238E27FC236}">
                <a16:creationId xmlns:a16="http://schemas.microsoft.com/office/drawing/2014/main" id="{42BCE298-9D20-6702-0F02-68C8FB77DC36}"/>
              </a:ext>
            </a:extLst>
          </p:cNvPr>
          <p:cNvSpPr/>
          <p:nvPr/>
        </p:nvSpPr>
        <p:spPr>
          <a:xfrm>
            <a:off x="3200826" y="6358151"/>
            <a:ext cx="1685499" cy="1392071"/>
          </a:xfrm>
          <a:prstGeom prst="triangl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35A3872-FCB6-3060-AD07-CD5E2F0A4E41}"/>
              </a:ext>
            </a:extLst>
          </p:cNvPr>
          <p:cNvSpPr/>
          <p:nvPr/>
        </p:nvSpPr>
        <p:spPr>
          <a:xfrm>
            <a:off x="3445822" y="4362450"/>
            <a:ext cx="1162050" cy="23495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3FDDCAC-FD3C-E96F-D2AD-DCED35EEBAFC}"/>
              </a:ext>
            </a:extLst>
          </p:cNvPr>
          <p:cNvSpPr/>
          <p:nvPr/>
        </p:nvSpPr>
        <p:spPr>
          <a:xfrm>
            <a:off x="3111500" y="2863850"/>
            <a:ext cx="3054350" cy="20193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각 삼각형 8">
            <a:extLst>
              <a:ext uri="{FF2B5EF4-FFF2-40B4-BE49-F238E27FC236}">
                <a16:creationId xmlns:a16="http://schemas.microsoft.com/office/drawing/2014/main" id="{BFF3CA1B-A984-F9ED-341A-0D48BB7FB970}"/>
              </a:ext>
            </a:extLst>
          </p:cNvPr>
          <p:cNvSpPr/>
          <p:nvPr/>
        </p:nvSpPr>
        <p:spPr>
          <a:xfrm flipV="1">
            <a:off x="4607872" y="4883150"/>
            <a:ext cx="965200" cy="914400"/>
          </a:xfrm>
          <a:prstGeom prst="rtTriangl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각 삼각형 9">
            <a:extLst>
              <a:ext uri="{FF2B5EF4-FFF2-40B4-BE49-F238E27FC236}">
                <a16:creationId xmlns:a16="http://schemas.microsoft.com/office/drawing/2014/main" id="{22C492F1-15C5-CAC4-38EA-714865B6C603}"/>
              </a:ext>
            </a:extLst>
          </p:cNvPr>
          <p:cNvSpPr/>
          <p:nvPr/>
        </p:nvSpPr>
        <p:spPr>
          <a:xfrm flipH="1">
            <a:off x="3111500" y="1619250"/>
            <a:ext cx="3054350" cy="1244600"/>
          </a:xfrm>
          <a:prstGeom prst="rtTriangl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7FBEBBE-F5D1-E4C4-BE09-6730F762761C}"/>
              </a:ext>
            </a:extLst>
          </p:cNvPr>
          <p:cNvSpPr/>
          <p:nvPr/>
        </p:nvSpPr>
        <p:spPr>
          <a:xfrm>
            <a:off x="6165850" y="95250"/>
            <a:ext cx="1663700" cy="36766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F3CF3C5-4257-916F-E291-EB536C78065A}"/>
              </a:ext>
            </a:extLst>
          </p:cNvPr>
          <p:cNvSpPr/>
          <p:nvPr/>
        </p:nvSpPr>
        <p:spPr>
          <a:xfrm rot="20232244">
            <a:off x="2564568" y="185943"/>
            <a:ext cx="704850" cy="264795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다리꼴 12">
            <a:extLst>
              <a:ext uri="{FF2B5EF4-FFF2-40B4-BE49-F238E27FC236}">
                <a16:creationId xmlns:a16="http://schemas.microsoft.com/office/drawing/2014/main" id="{5E8A3050-9A3B-E604-5233-4B158C6C8D70}"/>
              </a:ext>
            </a:extLst>
          </p:cNvPr>
          <p:cNvSpPr/>
          <p:nvPr/>
        </p:nvSpPr>
        <p:spPr>
          <a:xfrm rot="5400000">
            <a:off x="-2470721" y="-1909652"/>
            <a:ext cx="3950607" cy="3977872"/>
          </a:xfrm>
          <a:prstGeom prst="trapezoid">
            <a:avLst>
              <a:gd name="adj" fmla="val 3418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15AA164-A147-B639-E92D-ED676BBD9A12}"/>
              </a:ext>
            </a:extLst>
          </p:cNvPr>
          <p:cNvSpPr/>
          <p:nvPr/>
        </p:nvSpPr>
        <p:spPr>
          <a:xfrm>
            <a:off x="1493520" y="-548640"/>
            <a:ext cx="1211580" cy="128778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대각선 줄무늬 14">
            <a:extLst>
              <a:ext uri="{FF2B5EF4-FFF2-40B4-BE49-F238E27FC236}">
                <a16:creationId xmlns:a16="http://schemas.microsoft.com/office/drawing/2014/main" id="{08345192-C67F-08CB-FE91-745B5D62D0E8}"/>
              </a:ext>
            </a:extLst>
          </p:cNvPr>
          <p:cNvSpPr/>
          <p:nvPr/>
        </p:nvSpPr>
        <p:spPr>
          <a:xfrm>
            <a:off x="7829550" y="-1426210"/>
            <a:ext cx="3166110" cy="3042920"/>
          </a:xfrm>
          <a:prstGeom prst="diagStrip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48268DA-EB0B-B65F-0D82-ED03FC5F1110}"/>
              </a:ext>
            </a:extLst>
          </p:cNvPr>
          <p:cNvSpPr/>
          <p:nvPr/>
        </p:nvSpPr>
        <p:spPr>
          <a:xfrm>
            <a:off x="9412604" y="-2365829"/>
            <a:ext cx="4825909" cy="9396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FDFEA9F-66E3-ADAF-42B9-942C26FFE83E}"/>
              </a:ext>
            </a:extLst>
          </p:cNvPr>
          <p:cNvSpPr/>
          <p:nvPr/>
        </p:nvSpPr>
        <p:spPr>
          <a:xfrm>
            <a:off x="2278743" y="-1944914"/>
            <a:ext cx="426357" cy="139627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8E339F6-8CAB-A724-5EA7-8EFAB8C794A9}"/>
              </a:ext>
            </a:extLst>
          </p:cNvPr>
          <p:cNvSpPr/>
          <p:nvPr/>
        </p:nvSpPr>
        <p:spPr>
          <a:xfrm>
            <a:off x="2278743" y="-2481943"/>
            <a:ext cx="1675744" cy="533853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다리꼴 18">
            <a:extLst>
              <a:ext uri="{FF2B5EF4-FFF2-40B4-BE49-F238E27FC236}">
                <a16:creationId xmlns:a16="http://schemas.microsoft.com/office/drawing/2014/main" id="{6E0FE01F-37D1-6125-1F3E-874B1E6AB5C9}"/>
              </a:ext>
            </a:extLst>
          </p:cNvPr>
          <p:cNvSpPr/>
          <p:nvPr/>
        </p:nvSpPr>
        <p:spPr>
          <a:xfrm rot="16200000">
            <a:off x="3182735" y="-2680938"/>
            <a:ext cx="2475342" cy="931839"/>
          </a:xfrm>
          <a:prstGeom prst="trapezoid">
            <a:avLst>
              <a:gd name="adj" fmla="val 106339"/>
            </a:avLst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다리꼴 19">
            <a:extLst>
              <a:ext uri="{FF2B5EF4-FFF2-40B4-BE49-F238E27FC236}">
                <a16:creationId xmlns:a16="http://schemas.microsoft.com/office/drawing/2014/main" id="{BD94BA71-7925-629F-E83D-D16DB98F9A13}"/>
              </a:ext>
            </a:extLst>
          </p:cNvPr>
          <p:cNvSpPr/>
          <p:nvPr/>
        </p:nvSpPr>
        <p:spPr>
          <a:xfrm rot="5400000" flipH="1">
            <a:off x="6597758" y="-3406398"/>
            <a:ext cx="2746058" cy="1214312"/>
          </a:xfrm>
          <a:prstGeom prst="trapezoid">
            <a:avLst>
              <a:gd name="adj" fmla="val 60919"/>
            </a:avLst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평행 사변형 20">
            <a:extLst>
              <a:ext uri="{FF2B5EF4-FFF2-40B4-BE49-F238E27FC236}">
                <a16:creationId xmlns:a16="http://schemas.microsoft.com/office/drawing/2014/main" id="{EFF7FC2D-0855-F568-88A8-8E0106C2DED7}"/>
              </a:ext>
            </a:extLst>
          </p:cNvPr>
          <p:cNvSpPr/>
          <p:nvPr/>
        </p:nvSpPr>
        <p:spPr>
          <a:xfrm rot="5400000" flipH="1">
            <a:off x="4467467" y="-3753413"/>
            <a:ext cx="3315020" cy="2477306"/>
          </a:xfrm>
          <a:prstGeom prst="parallelogram">
            <a:avLst>
              <a:gd name="adj" fmla="val 24910"/>
            </a:avLst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B08EEF3-56E4-D52B-0E84-CD5D5CDE38CB}"/>
              </a:ext>
            </a:extLst>
          </p:cNvPr>
          <p:cNvSpPr/>
          <p:nvPr/>
        </p:nvSpPr>
        <p:spPr>
          <a:xfrm>
            <a:off x="10755086" y="-4876799"/>
            <a:ext cx="3468914" cy="252548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각 삼각형 22">
            <a:extLst>
              <a:ext uri="{FF2B5EF4-FFF2-40B4-BE49-F238E27FC236}">
                <a16:creationId xmlns:a16="http://schemas.microsoft.com/office/drawing/2014/main" id="{2E3AC302-967C-7D09-8459-8DF5C112E113}"/>
              </a:ext>
            </a:extLst>
          </p:cNvPr>
          <p:cNvSpPr/>
          <p:nvPr/>
        </p:nvSpPr>
        <p:spPr>
          <a:xfrm flipV="1">
            <a:off x="8577943" y="-3418078"/>
            <a:ext cx="1335314" cy="1237671"/>
          </a:xfrm>
          <a:prstGeom prst="rt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BA85F30-71AF-89BC-5018-EDAD96893F4A}"/>
              </a:ext>
            </a:extLst>
          </p:cNvPr>
          <p:cNvSpPr/>
          <p:nvPr/>
        </p:nvSpPr>
        <p:spPr>
          <a:xfrm>
            <a:off x="8577943" y="-3918857"/>
            <a:ext cx="2162630" cy="500776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8835EBE-6F33-293F-DC46-9B41ECE28663}"/>
              </a:ext>
            </a:extLst>
          </p:cNvPr>
          <p:cNvSpPr/>
          <p:nvPr/>
        </p:nvSpPr>
        <p:spPr>
          <a:xfrm>
            <a:off x="12917714" y="-1426213"/>
            <a:ext cx="1320799" cy="504571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다리꼴 25">
            <a:extLst>
              <a:ext uri="{FF2B5EF4-FFF2-40B4-BE49-F238E27FC236}">
                <a16:creationId xmlns:a16="http://schemas.microsoft.com/office/drawing/2014/main" id="{5A01E796-DC3A-F621-C63E-3E47BDC73F57}"/>
              </a:ext>
            </a:extLst>
          </p:cNvPr>
          <p:cNvSpPr/>
          <p:nvPr/>
        </p:nvSpPr>
        <p:spPr>
          <a:xfrm rot="16200000">
            <a:off x="7791451" y="2036898"/>
            <a:ext cx="2278744" cy="2202543"/>
          </a:xfrm>
          <a:prstGeom prst="trapezoid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6138523-8689-DE6C-B1AC-8715C6E1FA28}"/>
              </a:ext>
            </a:extLst>
          </p:cNvPr>
          <p:cNvSpPr/>
          <p:nvPr/>
        </p:nvSpPr>
        <p:spPr>
          <a:xfrm>
            <a:off x="10003067" y="1998797"/>
            <a:ext cx="1922054" cy="227874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평행 사변형 27">
            <a:extLst>
              <a:ext uri="{FF2B5EF4-FFF2-40B4-BE49-F238E27FC236}">
                <a16:creationId xmlns:a16="http://schemas.microsoft.com/office/drawing/2014/main" id="{92940EAA-A9B3-C6B4-8464-0F992493753B}"/>
              </a:ext>
            </a:extLst>
          </p:cNvPr>
          <p:cNvSpPr/>
          <p:nvPr/>
        </p:nvSpPr>
        <p:spPr>
          <a:xfrm rot="16200000" flipH="1">
            <a:off x="10946739" y="2326299"/>
            <a:ext cx="2909889" cy="992594"/>
          </a:xfrm>
          <a:prstGeom prst="parallelogram">
            <a:avLst>
              <a:gd name="adj" fmla="val 65943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대각선 줄무늬 28">
            <a:extLst>
              <a:ext uri="{FF2B5EF4-FFF2-40B4-BE49-F238E27FC236}">
                <a16:creationId xmlns:a16="http://schemas.microsoft.com/office/drawing/2014/main" id="{327EBAAB-F5B8-1871-1CF5-16BD62CD74D8}"/>
              </a:ext>
            </a:extLst>
          </p:cNvPr>
          <p:cNvSpPr/>
          <p:nvPr/>
        </p:nvSpPr>
        <p:spPr>
          <a:xfrm>
            <a:off x="17373597" y="-3151414"/>
            <a:ext cx="6487887" cy="6923314"/>
          </a:xfrm>
          <a:prstGeom prst="diagStrip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FD0B0B0-D5B7-B1A3-50FE-80C713368D4B}"/>
              </a:ext>
            </a:extLst>
          </p:cNvPr>
          <p:cNvSpPr/>
          <p:nvPr/>
        </p:nvSpPr>
        <p:spPr>
          <a:xfrm>
            <a:off x="14253026" y="1509918"/>
            <a:ext cx="2510974" cy="110265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다리꼴 30">
            <a:extLst>
              <a:ext uri="{FF2B5EF4-FFF2-40B4-BE49-F238E27FC236}">
                <a16:creationId xmlns:a16="http://schemas.microsoft.com/office/drawing/2014/main" id="{2C2A6FA9-45DE-265F-33E1-30D2910F373B}"/>
              </a:ext>
            </a:extLst>
          </p:cNvPr>
          <p:cNvSpPr/>
          <p:nvPr/>
        </p:nvSpPr>
        <p:spPr>
          <a:xfrm rot="16200000">
            <a:off x="15349765" y="1748065"/>
            <a:ext cx="3438071" cy="609598"/>
          </a:xfrm>
          <a:prstGeom prst="trapezoid">
            <a:avLst>
              <a:gd name="adj" fmla="val 200649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평행 사변형 32">
            <a:extLst>
              <a:ext uri="{FF2B5EF4-FFF2-40B4-BE49-F238E27FC236}">
                <a16:creationId xmlns:a16="http://schemas.microsoft.com/office/drawing/2014/main" id="{9824F97F-F0C0-BC45-AECA-80D240028266}"/>
              </a:ext>
            </a:extLst>
          </p:cNvPr>
          <p:cNvSpPr/>
          <p:nvPr/>
        </p:nvSpPr>
        <p:spPr>
          <a:xfrm>
            <a:off x="19962577" y="0"/>
            <a:ext cx="7048504" cy="954462"/>
          </a:xfrm>
          <a:prstGeom prst="parallelogram">
            <a:avLst>
              <a:gd name="adj" fmla="val 93796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각 삼각형 33">
            <a:extLst>
              <a:ext uri="{FF2B5EF4-FFF2-40B4-BE49-F238E27FC236}">
                <a16:creationId xmlns:a16="http://schemas.microsoft.com/office/drawing/2014/main" id="{CA7B7784-CB17-8553-5112-7A707AC014F7}"/>
              </a:ext>
            </a:extLst>
          </p:cNvPr>
          <p:cNvSpPr/>
          <p:nvPr/>
        </p:nvSpPr>
        <p:spPr>
          <a:xfrm flipH="1">
            <a:off x="26117550" y="0"/>
            <a:ext cx="893531" cy="954462"/>
          </a:xfrm>
          <a:prstGeom prst="rtTriangle">
            <a:avLst/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56C17AB3-E47E-B651-5761-2D9C7D9292F9}"/>
              </a:ext>
            </a:extLst>
          </p:cNvPr>
          <p:cNvSpPr/>
          <p:nvPr/>
        </p:nvSpPr>
        <p:spPr>
          <a:xfrm>
            <a:off x="26117550" y="954462"/>
            <a:ext cx="879018" cy="2969838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FF40A176-944E-E090-B9C5-9CEF24D05829}"/>
              </a:ext>
            </a:extLst>
          </p:cNvPr>
          <p:cNvCxnSpPr/>
          <p:nvPr/>
        </p:nvCxnSpPr>
        <p:spPr>
          <a:xfrm flipV="1">
            <a:off x="2895600" y="2612571"/>
            <a:ext cx="1352550" cy="587829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DE7A54CE-6273-F0D8-77F3-3AE146A5DEEF}"/>
              </a:ext>
            </a:extLst>
          </p:cNvPr>
          <p:cNvCxnSpPr/>
          <p:nvPr/>
        </p:nvCxnSpPr>
        <p:spPr>
          <a:xfrm flipH="1" flipV="1">
            <a:off x="3215339" y="2343059"/>
            <a:ext cx="554039" cy="106054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FC381CC8-6C4F-A1EF-4EF6-7DD5C3376013}"/>
              </a:ext>
            </a:extLst>
          </p:cNvPr>
          <p:cNvSpPr txBox="1"/>
          <p:nvPr/>
        </p:nvSpPr>
        <p:spPr>
          <a:xfrm>
            <a:off x="3200826" y="2360420"/>
            <a:ext cx="12806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600" b="1" dirty="0">
                <a:solidFill>
                  <a:srgbClr val="FF0000"/>
                </a:solidFill>
                <a:latin typeface="Aptos" panose="020B00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X</a:t>
            </a:r>
            <a:endParaRPr lang="ko-KR" altLang="en-US" b="1" dirty="0">
              <a:solidFill>
                <a:srgbClr val="FF0000"/>
              </a:solidFill>
              <a:latin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BE635D-47CF-E164-2AC3-7F433B7CEB81}"/>
              </a:ext>
            </a:extLst>
          </p:cNvPr>
          <p:cNvSpPr txBox="1"/>
          <p:nvPr/>
        </p:nvSpPr>
        <p:spPr>
          <a:xfrm>
            <a:off x="7351598" y="2584171"/>
            <a:ext cx="12806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600" b="1" dirty="0">
                <a:solidFill>
                  <a:srgbClr val="FF0000"/>
                </a:solidFill>
                <a:latin typeface="Aptos" panose="020B00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X</a:t>
            </a:r>
            <a:endParaRPr lang="ko-KR" altLang="en-US" b="1" dirty="0">
              <a:solidFill>
                <a:srgbClr val="FF0000"/>
              </a:solidFill>
              <a:latin typeface="Aptos" panose="020B00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673B759-B42A-D369-1EC3-F73BC5E3F7EB}"/>
              </a:ext>
            </a:extLst>
          </p:cNvPr>
          <p:cNvCxnSpPr>
            <a:cxnSpLocks/>
          </p:cNvCxnSpPr>
          <p:nvPr/>
        </p:nvCxnSpPr>
        <p:spPr>
          <a:xfrm flipV="1">
            <a:off x="7701646" y="2439381"/>
            <a:ext cx="7254" cy="1484919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2B84FC55-207E-3B35-01C8-1169D6F4E51B}"/>
              </a:ext>
            </a:extLst>
          </p:cNvPr>
          <p:cNvCxnSpPr>
            <a:cxnSpLocks/>
          </p:cNvCxnSpPr>
          <p:nvPr/>
        </p:nvCxnSpPr>
        <p:spPr>
          <a:xfrm>
            <a:off x="7363630" y="3138169"/>
            <a:ext cx="975736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대각선 줄무늬 49">
            <a:extLst>
              <a:ext uri="{FF2B5EF4-FFF2-40B4-BE49-F238E27FC236}">
                <a16:creationId xmlns:a16="http://schemas.microsoft.com/office/drawing/2014/main" id="{34671017-7D0B-C31F-787A-C5D4B2C229BD}"/>
              </a:ext>
            </a:extLst>
          </p:cNvPr>
          <p:cNvSpPr/>
          <p:nvPr/>
        </p:nvSpPr>
        <p:spPr>
          <a:xfrm>
            <a:off x="24384001" y="3924300"/>
            <a:ext cx="2612568" cy="2278744"/>
          </a:xfrm>
          <a:prstGeom prst="diagStripe">
            <a:avLst>
              <a:gd name="adj" fmla="val 66720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사다리꼴 50">
            <a:extLst>
              <a:ext uri="{FF2B5EF4-FFF2-40B4-BE49-F238E27FC236}">
                <a16:creationId xmlns:a16="http://schemas.microsoft.com/office/drawing/2014/main" id="{3C1D2CAF-088D-6771-4796-9FB836F50E40}"/>
              </a:ext>
            </a:extLst>
          </p:cNvPr>
          <p:cNvSpPr/>
          <p:nvPr/>
        </p:nvSpPr>
        <p:spPr>
          <a:xfrm rot="5400000">
            <a:off x="20405248" y="3859868"/>
            <a:ext cx="3950607" cy="3977872"/>
          </a:xfrm>
          <a:prstGeom prst="trapezoid">
            <a:avLst>
              <a:gd name="adj" fmla="val 39972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평행 사변형 51">
            <a:extLst>
              <a:ext uri="{FF2B5EF4-FFF2-40B4-BE49-F238E27FC236}">
                <a16:creationId xmlns:a16="http://schemas.microsoft.com/office/drawing/2014/main" id="{F50EDB57-FC60-F76A-2A7B-E0FEC16920F8}"/>
              </a:ext>
            </a:extLst>
          </p:cNvPr>
          <p:cNvSpPr/>
          <p:nvPr/>
        </p:nvSpPr>
        <p:spPr>
          <a:xfrm>
            <a:off x="24685842" y="-3151414"/>
            <a:ext cx="5349658" cy="3160632"/>
          </a:xfrm>
          <a:prstGeom prst="parallelogram">
            <a:avLst>
              <a:gd name="adj" fmla="val 96428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968222A-65CB-076A-233B-6BC7A79733BA}"/>
              </a:ext>
            </a:extLst>
          </p:cNvPr>
          <p:cNvSpPr/>
          <p:nvPr/>
        </p:nvSpPr>
        <p:spPr>
          <a:xfrm>
            <a:off x="20637500" y="-3918857"/>
            <a:ext cx="9398000" cy="76744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사다리꼴 53">
            <a:extLst>
              <a:ext uri="{FF2B5EF4-FFF2-40B4-BE49-F238E27FC236}">
                <a16:creationId xmlns:a16="http://schemas.microsoft.com/office/drawing/2014/main" id="{B4A677C7-E177-61E2-F129-B266BA3E43D9}"/>
              </a:ext>
            </a:extLst>
          </p:cNvPr>
          <p:cNvSpPr/>
          <p:nvPr/>
        </p:nvSpPr>
        <p:spPr>
          <a:xfrm>
            <a:off x="20637501" y="-7462684"/>
            <a:ext cx="9398000" cy="3543827"/>
          </a:xfrm>
          <a:prstGeom prst="trapezoid">
            <a:avLst>
              <a:gd name="adj" fmla="val 111564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38A028B5-B5A9-4007-EAF5-53DDE007CB2B}"/>
              </a:ext>
            </a:extLst>
          </p:cNvPr>
          <p:cNvSpPr/>
          <p:nvPr/>
        </p:nvSpPr>
        <p:spPr>
          <a:xfrm>
            <a:off x="6154951" y="41388"/>
            <a:ext cx="1685499" cy="1828800"/>
          </a:xfrm>
          <a:prstGeom prst="rect">
            <a:avLst/>
          </a:prstGeom>
          <a:pattFill prst="wdUpDiag">
            <a:fgClr>
              <a:schemeClr val="accent2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평행 사변형 55">
            <a:extLst>
              <a:ext uri="{FF2B5EF4-FFF2-40B4-BE49-F238E27FC236}">
                <a16:creationId xmlns:a16="http://schemas.microsoft.com/office/drawing/2014/main" id="{6F4DDD19-BA71-E9D0-CCDA-E3DBB299F845}"/>
              </a:ext>
            </a:extLst>
          </p:cNvPr>
          <p:cNvSpPr/>
          <p:nvPr/>
        </p:nvSpPr>
        <p:spPr>
          <a:xfrm>
            <a:off x="15013858" y="-7462684"/>
            <a:ext cx="9671984" cy="778189"/>
          </a:xfrm>
          <a:prstGeom prst="parallelogram">
            <a:avLst>
              <a:gd name="adj" fmla="val 110376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다이아몬드 56">
            <a:extLst>
              <a:ext uri="{FF2B5EF4-FFF2-40B4-BE49-F238E27FC236}">
                <a16:creationId xmlns:a16="http://schemas.microsoft.com/office/drawing/2014/main" id="{C2854F49-C5BC-506B-677F-8A40D7A414F2}"/>
              </a:ext>
            </a:extLst>
          </p:cNvPr>
          <p:cNvSpPr/>
          <p:nvPr/>
        </p:nvSpPr>
        <p:spPr>
          <a:xfrm rot="359639">
            <a:off x="14304326" y="-8352056"/>
            <a:ext cx="1549411" cy="1669814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평행 사변형 58">
            <a:extLst>
              <a:ext uri="{FF2B5EF4-FFF2-40B4-BE49-F238E27FC236}">
                <a16:creationId xmlns:a16="http://schemas.microsoft.com/office/drawing/2014/main" id="{E81598D8-815A-8C19-1158-2E3A10233685}"/>
              </a:ext>
            </a:extLst>
          </p:cNvPr>
          <p:cNvSpPr/>
          <p:nvPr/>
        </p:nvSpPr>
        <p:spPr>
          <a:xfrm>
            <a:off x="9412604" y="-8364786"/>
            <a:ext cx="5722374" cy="1220800"/>
          </a:xfrm>
          <a:prstGeom prst="parallelogram">
            <a:avLst>
              <a:gd name="adj" fmla="val 110134"/>
            </a:avLst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26FB4003-E5DA-DC1E-788B-E897DC589DE6}"/>
              </a:ext>
            </a:extLst>
          </p:cNvPr>
          <p:cNvSpPr/>
          <p:nvPr/>
        </p:nvSpPr>
        <p:spPr>
          <a:xfrm>
            <a:off x="26996568" y="2360420"/>
            <a:ext cx="2987001" cy="83998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C75F6AD0-C9B1-E35B-ED81-4E1A1DB3D247}"/>
              </a:ext>
            </a:extLst>
          </p:cNvPr>
          <p:cNvCxnSpPr>
            <a:cxnSpLocks/>
          </p:cNvCxnSpPr>
          <p:nvPr/>
        </p:nvCxnSpPr>
        <p:spPr>
          <a:xfrm flipV="1">
            <a:off x="26891448" y="2006171"/>
            <a:ext cx="7254" cy="1484919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0C4EFDA8-43A3-C57B-BA78-DF90F45D5AD5}"/>
              </a:ext>
            </a:extLst>
          </p:cNvPr>
          <p:cNvCxnSpPr>
            <a:cxnSpLocks/>
          </p:cNvCxnSpPr>
          <p:nvPr/>
        </p:nvCxnSpPr>
        <p:spPr>
          <a:xfrm>
            <a:off x="26553432" y="2704959"/>
            <a:ext cx="975736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42FC488-3547-3275-0F82-431F9C61BB9F}"/>
              </a:ext>
            </a:extLst>
          </p:cNvPr>
          <p:cNvSpPr txBox="1"/>
          <p:nvPr/>
        </p:nvSpPr>
        <p:spPr>
          <a:xfrm>
            <a:off x="26573737" y="2173802"/>
            <a:ext cx="12806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600" b="1" dirty="0">
                <a:solidFill>
                  <a:srgbClr val="FF0000"/>
                </a:solidFill>
                <a:latin typeface="Aptos" panose="020B00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X</a:t>
            </a:r>
            <a:endParaRPr lang="ko-KR" altLang="en-US" b="1" dirty="0">
              <a:solidFill>
                <a:srgbClr val="FF0000"/>
              </a:solidFill>
              <a:latin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사다리꼴 63">
            <a:extLst>
              <a:ext uri="{FF2B5EF4-FFF2-40B4-BE49-F238E27FC236}">
                <a16:creationId xmlns:a16="http://schemas.microsoft.com/office/drawing/2014/main" id="{7DAC3B91-D06F-62EC-11CC-1A4F944DE627}"/>
              </a:ext>
            </a:extLst>
          </p:cNvPr>
          <p:cNvSpPr/>
          <p:nvPr/>
        </p:nvSpPr>
        <p:spPr>
          <a:xfrm rot="16200000" flipH="1">
            <a:off x="30025996" y="762682"/>
            <a:ext cx="3950607" cy="4035458"/>
          </a:xfrm>
          <a:prstGeom prst="trapezoid">
            <a:avLst>
              <a:gd name="adj" fmla="val 39972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사다리꼴 64">
            <a:extLst>
              <a:ext uri="{FF2B5EF4-FFF2-40B4-BE49-F238E27FC236}">
                <a16:creationId xmlns:a16="http://schemas.microsoft.com/office/drawing/2014/main" id="{8A380F5A-4C20-25F7-BD5D-903EDA6C2585}"/>
              </a:ext>
            </a:extLst>
          </p:cNvPr>
          <p:cNvSpPr/>
          <p:nvPr/>
        </p:nvSpPr>
        <p:spPr>
          <a:xfrm>
            <a:off x="24685842" y="-9497961"/>
            <a:ext cx="1431708" cy="2035278"/>
          </a:xfrm>
          <a:prstGeom prst="trapezoid">
            <a:avLst>
              <a:gd name="adj" fmla="val 33241"/>
            </a:avLst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5C4CF498-C2EC-1FC4-0992-BFF9CADB3C51}"/>
              </a:ext>
            </a:extLst>
          </p:cNvPr>
          <p:cNvSpPr/>
          <p:nvPr/>
        </p:nvSpPr>
        <p:spPr>
          <a:xfrm>
            <a:off x="25153257" y="-11149781"/>
            <a:ext cx="479440" cy="1651819"/>
          </a:xfrm>
          <a:prstGeom prst="rect">
            <a:avLst/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다리꼴 66">
            <a:extLst>
              <a:ext uri="{FF2B5EF4-FFF2-40B4-BE49-F238E27FC236}">
                <a16:creationId xmlns:a16="http://schemas.microsoft.com/office/drawing/2014/main" id="{43315E12-ACF4-1898-8083-9E38A79A87E4}"/>
              </a:ext>
            </a:extLst>
          </p:cNvPr>
          <p:cNvSpPr/>
          <p:nvPr/>
        </p:nvSpPr>
        <p:spPr>
          <a:xfrm flipV="1">
            <a:off x="23526958" y="-13185061"/>
            <a:ext cx="3687096" cy="2035279"/>
          </a:xfrm>
          <a:prstGeom prst="trapezoid">
            <a:avLst>
              <a:gd name="adj" fmla="val 79313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현 67">
            <a:extLst>
              <a:ext uri="{FF2B5EF4-FFF2-40B4-BE49-F238E27FC236}">
                <a16:creationId xmlns:a16="http://schemas.microsoft.com/office/drawing/2014/main" id="{2F35F313-58BF-CA65-8F4C-0B0E2622795B}"/>
              </a:ext>
            </a:extLst>
          </p:cNvPr>
          <p:cNvSpPr/>
          <p:nvPr/>
        </p:nvSpPr>
        <p:spPr>
          <a:xfrm flipV="1">
            <a:off x="22923024" y="-14123350"/>
            <a:ext cx="4909026" cy="5510985"/>
          </a:xfrm>
          <a:prstGeom prst="chord">
            <a:avLst>
              <a:gd name="adj1" fmla="val 2681755"/>
              <a:gd name="adj2" fmla="val 812137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18F59453-04C0-686D-8109-C84971A92066}"/>
              </a:ext>
            </a:extLst>
          </p:cNvPr>
          <p:cNvSpPr/>
          <p:nvPr/>
        </p:nvSpPr>
        <p:spPr>
          <a:xfrm rot="5400000">
            <a:off x="14993663" y="1452121"/>
            <a:ext cx="1102651" cy="1218241"/>
          </a:xfrm>
          <a:prstGeom prst="rect">
            <a:avLst/>
          </a:prstGeom>
          <a:pattFill prst="wdUpDiag">
            <a:fgClr>
              <a:schemeClr val="accent2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평행 사변형 69">
            <a:extLst>
              <a:ext uri="{FF2B5EF4-FFF2-40B4-BE49-F238E27FC236}">
                <a16:creationId xmlns:a16="http://schemas.microsoft.com/office/drawing/2014/main" id="{E1112B96-0F23-1305-08A6-F1A239E5F19F}"/>
              </a:ext>
            </a:extLst>
          </p:cNvPr>
          <p:cNvSpPr/>
          <p:nvPr/>
        </p:nvSpPr>
        <p:spPr>
          <a:xfrm>
            <a:off x="19221858" y="-3136271"/>
            <a:ext cx="4639625" cy="1504600"/>
          </a:xfrm>
          <a:prstGeom prst="parallelogram">
            <a:avLst>
              <a:gd name="adj" fmla="val 93397"/>
            </a:avLst>
          </a:prstGeom>
          <a:pattFill prst="wdUpDiag">
            <a:fgClr>
              <a:schemeClr val="accent2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B234ACE8-4FDD-F6C0-6EAD-BD9ECE223679}"/>
              </a:ext>
            </a:extLst>
          </p:cNvPr>
          <p:cNvSpPr/>
          <p:nvPr/>
        </p:nvSpPr>
        <p:spPr>
          <a:xfrm>
            <a:off x="3895961" y="6139544"/>
            <a:ext cx="341938" cy="35380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A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5569841C-267B-1ECF-7FA4-FD5526C0B6CC}"/>
              </a:ext>
            </a:extLst>
          </p:cNvPr>
          <p:cNvSpPr/>
          <p:nvPr/>
        </p:nvSpPr>
        <p:spPr>
          <a:xfrm>
            <a:off x="3111500" y="3692167"/>
            <a:ext cx="732211" cy="695683"/>
          </a:xfrm>
          <a:prstGeom prst="rect">
            <a:avLst/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평행 사변형 81">
            <a:extLst>
              <a:ext uri="{FF2B5EF4-FFF2-40B4-BE49-F238E27FC236}">
                <a16:creationId xmlns:a16="http://schemas.microsoft.com/office/drawing/2014/main" id="{167561D3-C76D-1382-64FD-6377FAFBAFDE}"/>
              </a:ext>
            </a:extLst>
          </p:cNvPr>
          <p:cNvSpPr/>
          <p:nvPr/>
        </p:nvSpPr>
        <p:spPr>
          <a:xfrm>
            <a:off x="8265841" y="-857251"/>
            <a:ext cx="2135459" cy="545513"/>
          </a:xfrm>
          <a:prstGeom prst="parallelogram">
            <a:avLst>
              <a:gd name="adj" fmla="val 104370"/>
            </a:avLst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CAF5B60-CE25-51E0-1D0E-6C55D5623C3C}"/>
              </a:ext>
            </a:extLst>
          </p:cNvPr>
          <p:cNvSpPr/>
          <p:nvPr/>
        </p:nvSpPr>
        <p:spPr>
          <a:xfrm>
            <a:off x="10757101" y="-4867953"/>
            <a:ext cx="3464276" cy="517828"/>
          </a:xfrm>
          <a:prstGeom prst="rect">
            <a:avLst/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74B6AC8-072E-FDD6-FCFB-7E6BF08568C3}"/>
              </a:ext>
            </a:extLst>
          </p:cNvPr>
          <p:cNvSpPr/>
          <p:nvPr/>
        </p:nvSpPr>
        <p:spPr>
          <a:xfrm>
            <a:off x="13620019" y="-803227"/>
            <a:ext cx="589863" cy="1796954"/>
          </a:xfrm>
          <a:prstGeom prst="rect">
            <a:avLst/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평행 사변형 84">
            <a:extLst>
              <a:ext uri="{FF2B5EF4-FFF2-40B4-BE49-F238E27FC236}">
                <a16:creationId xmlns:a16="http://schemas.microsoft.com/office/drawing/2014/main" id="{84F823E8-90BC-5910-0DB2-749E6329E00E}"/>
              </a:ext>
            </a:extLst>
          </p:cNvPr>
          <p:cNvSpPr/>
          <p:nvPr/>
        </p:nvSpPr>
        <p:spPr>
          <a:xfrm>
            <a:off x="17891525" y="-803227"/>
            <a:ext cx="1596625" cy="545513"/>
          </a:xfrm>
          <a:prstGeom prst="parallelogram">
            <a:avLst>
              <a:gd name="adj" fmla="val 100179"/>
            </a:avLst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평행 사변형 85">
            <a:extLst>
              <a:ext uri="{FF2B5EF4-FFF2-40B4-BE49-F238E27FC236}">
                <a16:creationId xmlns:a16="http://schemas.microsoft.com/office/drawing/2014/main" id="{7CD62A82-87E4-0CF6-3C1D-696E93CBF6BF}"/>
              </a:ext>
            </a:extLst>
          </p:cNvPr>
          <p:cNvSpPr/>
          <p:nvPr/>
        </p:nvSpPr>
        <p:spPr>
          <a:xfrm>
            <a:off x="17983196" y="1404602"/>
            <a:ext cx="1596625" cy="545513"/>
          </a:xfrm>
          <a:prstGeom prst="parallelogram">
            <a:avLst>
              <a:gd name="adj" fmla="val 93727"/>
            </a:avLst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사다리꼴 86">
            <a:extLst>
              <a:ext uri="{FF2B5EF4-FFF2-40B4-BE49-F238E27FC236}">
                <a16:creationId xmlns:a16="http://schemas.microsoft.com/office/drawing/2014/main" id="{15545736-31C6-6CB1-7B70-8D7184BB7845}"/>
              </a:ext>
            </a:extLst>
          </p:cNvPr>
          <p:cNvSpPr/>
          <p:nvPr/>
        </p:nvSpPr>
        <p:spPr>
          <a:xfrm>
            <a:off x="23861483" y="-7463304"/>
            <a:ext cx="3037219" cy="767443"/>
          </a:xfrm>
          <a:prstGeom prst="trapezoid">
            <a:avLst>
              <a:gd name="adj" fmla="val 110389"/>
            </a:avLst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평행 사변형 87">
            <a:extLst>
              <a:ext uri="{FF2B5EF4-FFF2-40B4-BE49-F238E27FC236}">
                <a16:creationId xmlns:a16="http://schemas.microsoft.com/office/drawing/2014/main" id="{018E23E7-9FDB-DD02-AC1D-B785926B3F94}"/>
              </a:ext>
            </a:extLst>
          </p:cNvPr>
          <p:cNvSpPr/>
          <p:nvPr/>
        </p:nvSpPr>
        <p:spPr>
          <a:xfrm>
            <a:off x="18404684" y="-7466937"/>
            <a:ext cx="1596625" cy="767443"/>
          </a:xfrm>
          <a:prstGeom prst="parallelogram">
            <a:avLst>
              <a:gd name="adj" fmla="val 100179"/>
            </a:avLst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CDADE4CF-09A0-6C00-E7EC-5D6F15B60BAB}"/>
              </a:ext>
            </a:extLst>
          </p:cNvPr>
          <p:cNvSpPr/>
          <p:nvPr/>
        </p:nvSpPr>
        <p:spPr>
          <a:xfrm>
            <a:off x="4748534" y="4986548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B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A00B33D9-6FDD-12DF-03E0-AD88FF52D70C}"/>
              </a:ext>
            </a:extLst>
          </p:cNvPr>
          <p:cNvSpPr/>
          <p:nvPr/>
        </p:nvSpPr>
        <p:spPr>
          <a:xfrm>
            <a:off x="5044126" y="3291515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C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9F6B0272-DEF2-5971-6F91-DA6626973228}"/>
              </a:ext>
            </a:extLst>
          </p:cNvPr>
          <p:cNvSpPr/>
          <p:nvPr/>
        </p:nvSpPr>
        <p:spPr>
          <a:xfrm>
            <a:off x="5615793" y="4264811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D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D42E4416-AF65-BE9E-3BBA-E7700D61757F}"/>
              </a:ext>
            </a:extLst>
          </p:cNvPr>
          <p:cNvSpPr/>
          <p:nvPr/>
        </p:nvSpPr>
        <p:spPr>
          <a:xfrm>
            <a:off x="6461662" y="2230370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643330D-3ABE-F10B-5C40-83D20A57A275}"/>
              </a:ext>
            </a:extLst>
          </p:cNvPr>
          <p:cNvSpPr txBox="1"/>
          <p:nvPr/>
        </p:nvSpPr>
        <p:spPr>
          <a:xfrm>
            <a:off x="-1447800" y="-11544300"/>
            <a:ext cx="825140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800" b="1" dirty="0"/>
              <a:t>숲 스테이지</a:t>
            </a:r>
            <a:endParaRPr lang="en-US" altLang="ko-KR" sz="8800" b="1" dirty="0"/>
          </a:p>
          <a:p>
            <a:endParaRPr lang="ko-KR" altLang="en-US" sz="8800" b="1" dirty="0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39A50D19-8114-FB5E-55EF-A07FDD2227B1}"/>
              </a:ext>
            </a:extLst>
          </p:cNvPr>
          <p:cNvSpPr/>
          <p:nvPr/>
        </p:nvSpPr>
        <p:spPr>
          <a:xfrm>
            <a:off x="7392077" y="158881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F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DC821E21-12C0-0FED-E59B-D39747B7D4E1}"/>
              </a:ext>
            </a:extLst>
          </p:cNvPr>
          <p:cNvSpPr/>
          <p:nvPr/>
        </p:nvSpPr>
        <p:spPr>
          <a:xfrm>
            <a:off x="11231986" y="-3385254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H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FBD0E50-81DF-AE76-CAD6-D4486C3CBBD9}"/>
              </a:ext>
            </a:extLst>
          </p:cNvPr>
          <p:cNvSpPr/>
          <p:nvPr/>
        </p:nvSpPr>
        <p:spPr>
          <a:xfrm>
            <a:off x="9742288" y="-1353444"/>
            <a:ext cx="341938" cy="35380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B1E2AD43-8AC5-42FE-823C-B2075E384DAB}"/>
              </a:ext>
            </a:extLst>
          </p:cNvPr>
          <p:cNvSpPr/>
          <p:nvPr/>
        </p:nvSpPr>
        <p:spPr>
          <a:xfrm>
            <a:off x="11231986" y="-1931754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J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F99B790A-766F-A7F5-79B8-F08E26327FD9}"/>
              </a:ext>
            </a:extLst>
          </p:cNvPr>
          <p:cNvSpPr/>
          <p:nvPr/>
        </p:nvSpPr>
        <p:spPr>
          <a:xfrm>
            <a:off x="12639981" y="-2519368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K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2BBE8C3A-AEEF-11AD-CFCB-C953FE6778DA}"/>
              </a:ext>
            </a:extLst>
          </p:cNvPr>
          <p:cNvSpPr/>
          <p:nvPr/>
        </p:nvSpPr>
        <p:spPr>
          <a:xfrm>
            <a:off x="12981919" y="-3888937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I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FAC138AC-14F2-2F4B-9429-67C027F99B02}"/>
              </a:ext>
            </a:extLst>
          </p:cNvPr>
          <p:cNvSpPr/>
          <p:nvPr/>
        </p:nvSpPr>
        <p:spPr>
          <a:xfrm>
            <a:off x="6020322" y="-2691935"/>
            <a:ext cx="341938" cy="353801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ㄱ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A9F18B96-383D-941C-169C-C259385D5606}"/>
              </a:ext>
            </a:extLst>
          </p:cNvPr>
          <p:cNvSpPr/>
          <p:nvPr/>
        </p:nvSpPr>
        <p:spPr>
          <a:xfrm>
            <a:off x="-893368" y="-97617"/>
            <a:ext cx="341938" cy="353801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ㄴ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05590292-402B-1504-D7AF-A1CD11D6EA10}"/>
              </a:ext>
            </a:extLst>
          </p:cNvPr>
          <p:cNvSpPr/>
          <p:nvPr/>
        </p:nvSpPr>
        <p:spPr>
          <a:xfrm>
            <a:off x="12144068" y="-8015614"/>
            <a:ext cx="341938" cy="353801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ㄷ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2F849D0E-C86D-8FC0-55D1-777B6E548987}"/>
              </a:ext>
            </a:extLst>
          </p:cNvPr>
          <p:cNvSpPr/>
          <p:nvPr/>
        </p:nvSpPr>
        <p:spPr>
          <a:xfrm>
            <a:off x="22038613" y="5620649"/>
            <a:ext cx="341938" cy="353801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45E245B4-9840-2036-7879-58CF99841C60}"/>
              </a:ext>
            </a:extLst>
          </p:cNvPr>
          <p:cNvSpPr/>
          <p:nvPr/>
        </p:nvSpPr>
        <p:spPr>
          <a:xfrm>
            <a:off x="32263496" y="2530017"/>
            <a:ext cx="341938" cy="353801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ㅁ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AD0AFD50-9C67-8E78-DC78-DCBBFDE1D33B}"/>
              </a:ext>
            </a:extLst>
          </p:cNvPr>
          <p:cNvSpPr/>
          <p:nvPr/>
        </p:nvSpPr>
        <p:spPr>
          <a:xfrm>
            <a:off x="10602421" y="3291514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P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16FDBC45-E0F9-B3A3-D38F-3D44C0D85428}"/>
              </a:ext>
            </a:extLst>
          </p:cNvPr>
          <p:cNvSpPr/>
          <p:nvPr/>
        </p:nvSpPr>
        <p:spPr>
          <a:xfrm>
            <a:off x="11345507" y="2435666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Q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5A9E81DF-FF2E-6E9E-8542-D137E78A8A1E}"/>
              </a:ext>
            </a:extLst>
          </p:cNvPr>
          <p:cNvSpPr/>
          <p:nvPr/>
        </p:nvSpPr>
        <p:spPr>
          <a:xfrm>
            <a:off x="9709890" y="2645695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A4531A3A-8C1A-B820-9C81-4EA174996CC1}"/>
              </a:ext>
            </a:extLst>
          </p:cNvPr>
          <p:cNvSpPr/>
          <p:nvPr/>
        </p:nvSpPr>
        <p:spPr>
          <a:xfrm>
            <a:off x="2585294" y="991291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N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BA3CAC1A-D104-B79D-80D4-E4CD74A09FE2}"/>
              </a:ext>
            </a:extLst>
          </p:cNvPr>
          <p:cNvSpPr/>
          <p:nvPr/>
        </p:nvSpPr>
        <p:spPr>
          <a:xfrm>
            <a:off x="2777887" y="-2391920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M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CB16D00E-2CB1-2310-DC3F-144C905002C2}"/>
              </a:ext>
            </a:extLst>
          </p:cNvPr>
          <p:cNvSpPr/>
          <p:nvPr/>
        </p:nvSpPr>
        <p:spPr>
          <a:xfrm>
            <a:off x="9162601" y="-3739055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L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09B22A46-3757-218A-62D2-AB879B0EC67C}"/>
              </a:ext>
            </a:extLst>
          </p:cNvPr>
          <p:cNvSpPr/>
          <p:nvPr/>
        </p:nvSpPr>
        <p:spPr>
          <a:xfrm>
            <a:off x="13516193" y="3053449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8" name="타원 77">
            <a:extLst>
              <a:ext uri="{FF2B5EF4-FFF2-40B4-BE49-F238E27FC236}">
                <a16:creationId xmlns:a16="http://schemas.microsoft.com/office/drawing/2014/main" id="{493409C0-CDF6-6923-E0B9-5CB543E6A222}"/>
              </a:ext>
            </a:extLst>
          </p:cNvPr>
          <p:cNvSpPr/>
          <p:nvPr/>
        </p:nvSpPr>
        <p:spPr>
          <a:xfrm>
            <a:off x="17812227" y="600661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CC53E544-8B86-E33F-7E4D-1B8A5F4A094C}"/>
              </a:ext>
            </a:extLst>
          </p:cNvPr>
          <p:cNvSpPr/>
          <p:nvPr/>
        </p:nvSpPr>
        <p:spPr>
          <a:xfrm>
            <a:off x="17641254" y="2391220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F1454D0E-A874-36EA-E079-1843770BE1C3}"/>
              </a:ext>
            </a:extLst>
          </p:cNvPr>
          <p:cNvSpPr/>
          <p:nvPr/>
        </p:nvSpPr>
        <p:spPr>
          <a:xfrm>
            <a:off x="18822090" y="742842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U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F595FB72-691F-A30F-F487-E5CD205AD84B}"/>
              </a:ext>
            </a:extLst>
          </p:cNvPr>
          <p:cNvSpPr/>
          <p:nvPr/>
        </p:nvSpPr>
        <p:spPr>
          <a:xfrm>
            <a:off x="18639909" y="-19973"/>
            <a:ext cx="341938" cy="35380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V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C9D745A0-6681-9C96-3C52-24C7FF1E2277}"/>
              </a:ext>
            </a:extLst>
          </p:cNvPr>
          <p:cNvSpPr/>
          <p:nvPr/>
        </p:nvSpPr>
        <p:spPr>
          <a:xfrm>
            <a:off x="20260420" y="-1353445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W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CBB984E-E8B8-BC84-1F03-FE8BD2DDDD81}"/>
              </a:ext>
            </a:extLst>
          </p:cNvPr>
          <p:cNvSpPr/>
          <p:nvPr/>
        </p:nvSpPr>
        <p:spPr>
          <a:xfrm>
            <a:off x="20793820" y="-933323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X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41CADC44-F086-CA73-1F4B-196C8C84F05C}"/>
              </a:ext>
            </a:extLst>
          </p:cNvPr>
          <p:cNvSpPr/>
          <p:nvPr/>
        </p:nvSpPr>
        <p:spPr>
          <a:xfrm>
            <a:off x="22209582" y="293314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Y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8" name="타원 97">
            <a:extLst>
              <a:ext uri="{FF2B5EF4-FFF2-40B4-BE49-F238E27FC236}">
                <a16:creationId xmlns:a16="http://schemas.microsoft.com/office/drawing/2014/main" id="{4113AF6E-3AF1-1E0E-F4EB-C54F4852D44B}"/>
              </a:ext>
            </a:extLst>
          </p:cNvPr>
          <p:cNvSpPr/>
          <p:nvPr/>
        </p:nvSpPr>
        <p:spPr>
          <a:xfrm>
            <a:off x="23760756" y="310243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Z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F81ADBDE-5E61-7DB9-E135-B1E01F77C1BB}"/>
              </a:ext>
            </a:extLst>
          </p:cNvPr>
          <p:cNvSpPr/>
          <p:nvPr/>
        </p:nvSpPr>
        <p:spPr>
          <a:xfrm>
            <a:off x="26162561" y="3338366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b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A5C38EBA-43F3-B7B0-CF13-C1413C30F562}"/>
              </a:ext>
            </a:extLst>
          </p:cNvPr>
          <p:cNvSpPr/>
          <p:nvPr/>
        </p:nvSpPr>
        <p:spPr>
          <a:xfrm>
            <a:off x="26128517" y="1665074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a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785FC89B-285E-E993-6A51-9315B4270D43}"/>
              </a:ext>
            </a:extLst>
          </p:cNvPr>
          <p:cNvSpPr/>
          <p:nvPr/>
        </p:nvSpPr>
        <p:spPr>
          <a:xfrm>
            <a:off x="27874677" y="2686949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2" name="타원 101">
            <a:extLst>
              <a:ext uri="{FF2B5EF4-FFF2-40B4-BE49-F238E27FC236}">
                <a16:creationId xmlns:a16="http://schemas.microsoft.com/office/drawing/2014/main" id="{25B16E81-B3BF-2B2A-87F1-C69785FAE41E}"/>
              </a:ext>
            </a:extLst>
          </p:cNvPr>
          <p:cNvSpPr/>
          <p:nvPr/>
        </p:nvSpPr>
        <p:spPr>
          <a:xfrm>
            <a:off x="25097012" y="4825846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d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17A9C2B4-79BF-E664-3489-354CC056E16D}"/>
              </a:ext>
            </a:extLst>
          </p:cNvPr>
          <p:cNvSpPr/>
          <p:nvPr/>
        </p:nvSpPr>
        <p:spPr>
          <a:xfrm>
            <a:off x="25775612" y="4277541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c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CB698168-BC22-F3F3-716D-2E94A8D541F7}"/>
              </a:ext>
            </a:extLst>
          </p:cNvPr>
          <p:cNvSpPr/>
          <p:nvPr/>
        </p:nvSpPr>
        <p:spPr>
          <a:xfrm>
            <a:off x="27529270" y="-1431203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f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83F7A49A-8048-6EEC-F2A2-5DE7AE940705}"/>
              </a:ext>
            </a:extLst>
          </p:cNvPr>
          <p:cNvSpPr/>
          <p:nvPr/>
        </p:nvSpPr>
        <p:spPr>
          <a:xfrm>
            <a:off x="27927300" y="-1910167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A715F023-26F7-BEED-8CBF-7A28BA40C0A3}"/>
              </a:ext>
            </a:extLst>
          </p:cNvPr>
          <p:cNvSpPr/>
          <p:nvPr/>
        </p:nvSpPr>
        <p:spPr>
          <a:xfrm>
            <a:off x="23526958" y="-5151704"/>
            <a:ext cx="341938" cy="35380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i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7" name="직각 삼각형 106">
            <a:extLst>
              <a:ext uri="{FF2B5EF4-FFF2-40B4-BE49-F238E27FC236}">
                <a16:creationId xmlns:a16="http://schemas.microsoft.com/office/drawing/2014/main" id="{2ADB3176-91F9-B186-3BDF-71D6AA030F1D}"/>
              </a:ext>
            </a:extLst>
          </p:cNvPr>
          <p:cNvSpPr/>
          <p:nvPr/>
        </p:nvSpPr>
        <p:spPr>
          <a:xfrm>
            <a:off x="27698700" y="-6038850"/>
            <a:ext cx="2336800" cy="2104529"/>
          </a:xfrm>
          <a:prstGeom prst="rtTriangle">
            <a:avLst/>
          </a:prstGeom>
          <a:pattFill prst="wdUpDiag">
            <a:fgClr>
              <a:schemeClr val="accent2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0047E1E3-2593-728E-54F4-78B58D4B9645}"/>
              </a:ext>
            </a:extLst>
          </p:cNvPr>
          <p:cNvSpPr/>
          <p:nvPr/>
        </p:nvSpPr>
        <p:spPr>
          <a:xfrm rot="5400000">
            <a:off x="28466376" y="-4705394"/>
            <a:ext cx="802113" cy="2336133"/>
          </a:xfrm>
          <a:prstGeom prst="rect">
            <a:avLst/>
          </a:prstGeom>
          <a:pattFill prst="wdUpDiag">
            <a:fgClr>
              <a:schemeClr val="accent2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4C6B4129-FB16-CEAF-A8DA-FAEB385BD1B7}"/>
              </a:ext>
            </a:extLst>
          </p:cNvPr>
          <p:cNvSpPr/>
          <p:nvPr/>
        </p:nvSpPr>
        <p:spPr>
          <a:xfrm>
            <a:off x="22581086" y="-4710947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h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0" name="타원 109">
            <a:extLst>
              <a:ext uri="{FF2B5EF4-FFF2-40B4-BE49-F238E27FC236}">
                <a16:creationId xmlns:a16="http://schemas.microsoft.com/office/drawing/2014/main" id="{31088694-45AA-DCD2-EE2E-A64576E53942}"/>
              </a:ext>
            </a:extLst>
          </p:cNvPr>
          <p:cNvSpPr/>
          <p:nvPr/>
        </p:nvSpPr>
        <p:spPr>
          <a:xfrm>
            <a:off x="22923024" y="-5661160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j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97ED7FBF-946A-4DC4-E96B-E4CC2B57DAA9}"/>
              </a:ext>
            </a:extLst>
          </p:cNvPr>
          <p:cNvSpPr/>
          <p:nvPr/>
        </p:nvSpPr>
        <p:spPr>
          <a:xfrm>
            <a:off x="25206568" y="-4519619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l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6D9C1186-3D77-6B5C-D867-5AACF17EF1CF}"/>
              </a:ext>
            </a:extLst>
          </p:cNvPr>
          <p:cNvSpPr/>
          <p:nvPr/>
        </p:nvSpPr>
        <p:spPr>
          <a:xfrm>
            <a:off x="24811319" y="-5661161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k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533C3456-E9E8-A813-3611-91622D40C0FD}"/>
              </a:ext>
            </a:extLst>
          </p:cNvPr>
          <p:cNvSpPr/>
          <p:nvPr/>
        </p:nvSpPr>
        <p:spPr>
          <a:xfrm>
            <a:off x="26231799" y="-5848365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n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64D5FC92-23B0-DBD7-78D2-F049CC67D80E}"/>
              </a:ext>
            </a:extLst>
          </p:cNvPr>
          <p:cNvSpPr/>
          <p:nvPr/>
        </p:nvSpPr>
        <p:spPr>
          <a:xfrm>
            <a:off x="26382463" y="-5025307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m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4FEF6DCE-8715-88BC-1D28-0C1110EFA6F8}"/>
              </a:ext>
            </a:extLst>
          </p:cNvPr>
          <p:cNvSpPr/>
          <p:nvPr/>
        </p:nvSpPr>
        <p:spPr>
          <a:xfrm>
            <a:off x="21681402" y="-7132031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p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5BE4F336-8982-A29D-3667-4A29BA773AE0}"/>
              </a:ext>
            </a:extLst>
          </p:cNvPr>
          <p:cNvSpPr/>
          <p:nvPr/>
        </p:nvSpPr>
        <p:spPr>
          <a:xfrm>
            <a:off x="16272556" y="-7175903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q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2EA873AC-96F0-FE0C-862D-420DED873D49}"/>
              </a:ext>
            </a:extLst>
          </p:cNvPr>
          <p:cNvSpPr/>
          <p:nvPr/>
        </p:nvSpPr>
        <p:spPr>
          <a:xfrm>
            <a:off x="22581086" y="-7359356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5270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</TotalTime>
  <Words>54</Words>
  <Application>Microsoft Office PowerPoint</Application>
  <PresentationFormat>와이드스크린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장명운(2020180033)</dc:creator>
  <cp:lastModifiedBy>장명운(2020180033)</cp:lastModifiedBy>
  <cp:revision>17</cp:revision>
  <dcterms:created xsi:type="dcterms:W3CDTF">2025-01-06T03:16:17Z</dcterms:created>
  <dcterms:modified xsi:type="dcterms:W3CDTF">2025-01-10T13:44:22Z</dcterms:modified>
</cp:coreProperties>
</file>