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61" autoAdjust="0"/>
    <p:restoredTop sz="95696" autoAdjust="0"/>
  </p:normalViewPr>
  <p:slideViewPr>
    <p:cSldViewPr snapToGrid="0">
      <p:cViewPr>
        <p:scale>
          <a:sx n="33" d="100"/>
          <a:sy n="33" d="100"/>
        </p:scale>
        <p:origin x="5244" y="27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11D9DC-3FEE-4F11-AD35-CEE651F1B297}" type="datetimeFigureOut">
              <a:rPr lang="ko-KR" altLang="en-US" smtClean="0"/>
              <a:t>2025-01-12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14CBA9-0158-404A-81E2-D960BBF145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40237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4CBA9-0158-404A-81E2-D960BBF1450D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96573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351F86-1F2C-086B-DF23-5771ED3411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9E5193B-1A7E-46C4-2866-8C5A5A46B8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FEA7D5-B50C-DD3E-7D02-30B5E9503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51A68-54C1-4BB0-BC22-A8C6FFFA29CD}" type="datetimeFigureOut">
              <a:rPr lang="ko-KR" altLang="en-US" smtClean="0"/>
              <a:t>2025-01-12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B939580-8947-1851-DDC8-5DB368F085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7FE578-D39F-81E6-C46E-82DB3E950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2CB09-6D69-4957-B5CF-16DA3D49C2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9583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322F50-FB77-9891-25E4-A369B62D35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1C23F4E-7D09-00DF-DD2C-974E2002C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EFBBFB0-9470-79E4-E159-01C50C280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51A68-54C1-4BB0-BC22-A8C6FFFA29CD}" type="datetimeFigureOut">
              <a:rPr lang="ko-KR" altLang="en-US" smtClean="0"/>
              <a:t>2025-01-12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65227BF-9008-1AAD-593E-53EA47F17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E9D0196-FB5F-5B07-8B72-424204235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2CB09-6D69-4957-B5CF-16DA3D49C2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85483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C18F63-4327-A6C1-4B4F-80A835FF2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CD66B2-52B2-BA99-88AD-03B852C609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B8E14E-FE1F-9A91-7FF3-263692611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51A68-54C1-4BB0-BC22-A8C6FFFA29CD}" type="datetimeFigureOut">
              <a:rPr lang="ko-KR" altLang="en-US" smtClean="0"/>
              <a:t>2025-01-12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688CAD5-7FC1-BA19-D3EA-A6D66488C6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160C78D-ECC6-845C-A590-8851E37C4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2CB09-6D69-4957-B5CF-16DA3D49C2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2031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27C473-1948-2C15-7015-4A99DF722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521873-27E6-596B-3A14-08F4CF62D9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BC9EA31-3EB0-C624-125F-F7670C4942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48A599E-437D-112C-7EBD-D5329AF4D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51A68-54C1-4BB0-BC22-A8C6FFFA29CD}" type="datetimeFigureOut">
              <a:rPr lang="ko-KR" altLang="en-US" smtClean="0"/>
              <a:t>2025-01-12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41C4A8F-88E3-ADCF-D95B-B7C79B4FBD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68E00B2-D666-DA6B-CB06-F705DF605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2CB09-6D69-4957-B5CF-16DA3D49C2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1158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BAE805-369D-4CFC-55A5-CD929A18CE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C9479DF-6CDA-004F-BA1B-CB2BDBF816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4D4AD28-81BA-E946-CA4E-FF087818DE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8F30B6C-F231-8E20-70A6-3097EAECB9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E1A77E9-718D-29B8-0D8E-B0716CB5BD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072C8B6-61BE-856B-C579-5A7634128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51A68-54C1-4BB0-BC22-A8C6FFFA29CD}" type="datetimeFigureOut">
              <a:rPr lang="ko-KR" altLang="en-US" smtClean="0"/>
              <a:t>2025-01-12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0BBEB76-F665-8306-AFCE-DBA887DAE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2CBE4C7-5168-A67F-D89C-66B83B7F6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2CB09-6D69-4957-B5CF-16DA3D49C2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2208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F2188F-3CCD-6C7A-AAD2-C5FEABD8F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9D78619-09EE-6DF2-FDD9-E9B371619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51A68-54C1-4BB0-BC22-A8C6FFFA29CD}" type="datetimeFigureOut">
              <a:rPr lang="ko-KR" altLang="en-US" smtClean="0"/>
              <a:t>2025-01-12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21AB923-01D3-1F15-B9CD-0861540924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5CFB137-18D5-B661-502D-2ED5620E1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2CB09-6D69-4957-B5CF-16DA3D49C2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54702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BB89450-36CF-A482-1F68-CA9C35304A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51A68-54C1-4BB0-BC22-A8C6FFFA29CD}" type="datetimeFigureOut">
              <a:rPr lang="ko-KR" altLang="en-US" smtClean="0"/>
              <a:t>2025-01-12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D097B04-3A92-28B8-084F-260B4D051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24194C-2FC0-B944-5072-D2FC7DFE1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2CB09-6D69-4957-B5CF-16DA3D49C2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65217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89FE8A-9AB4-0258-7036-657FB0861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2820EAE-6ACA-B65A-98C0-1E0D3D3AFC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9461462-D90A-D6AC-3523-F9DD08481F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1350EE3-8744-E611-7D09-9AF022C272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51A68-54C1-4BB0-BC22-A8C6FFFA29CD}" type="datetimeFigureOut">
              <a:rPr lang="ko-KR" altLang="en-US" smtClean="0"/>
              <a:t>2025-01-12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56CF76E-4A3E-B1C0-8B35-64D20E5EA0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852431D-327B-3ECD-98C0-F021761B0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2CB09-6D69-4957-B5CF-16DA3D49C2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0778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87B7B5-F2E2-50EF-B59C-78537E0E36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473BB15-7083-D7F4-79D2-6604DC89C9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770E3C8-FBE7-4B67-62DF-0F9E2E1E50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E7A17ED-6E6A-D32A-FF64-94F07CB613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51A68-54C1-4BB0-BC22-A8C6FFFA29CD}" type="datetimeFigureOut">
              <a:rPr lang="ko-KR" altLang="en-US" smtClean="0"/>
              <a:t>2025-01-12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DF24225-A7B9-36A9-6A87-9219AFDCAF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0C70A65-AFDD-649D-00DE-5699738EE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2CB09-6D69-4957-B5CF-16DA3D49C2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1162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9BA106-392F-4977-59B3-943E9A7E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94A8594-CB6B-9A29-3634-79E5FDF1C1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627997B-6C3E-7A48-EBE5-4FAA01E8A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51A68-54C1-4BB0-BC22-A8C6FFFA29CD}" type="datetimeFigureOut">
              <a:rPr lang="ko-KR" altLang="en-US" smtClean="0"/>
              <a:t>2025-01-12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56D082D-02B7-B06F-7E68-2352FBB53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4BA8988-EB98-B11B-4351-14F7E2951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2CB09-6D69-4957-B5CF-16DA3D49C2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01190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13AE03C-A43B-9299-62BA-04890E2EEA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3F97B8D-B884-D830-48E6-7D039E075E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9C32161-21E0-45DE-7CF2-F5F7C4BFAF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51A68-54C1-4BB0-BC22-A8C6FFFA29CD}" type="datetimeFigureOut">
              <a:rPr lang="ko-KR" altLang="en-US" smtClean="0"/>
              <a:t>2025-01-12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68CB48-DEB6-39DD-1725-6FFAC3D536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5198536-3092-ACA1-FBC6-BBBD134C77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2CB09-6D69-4957-B5CF-16DA3D49C2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60462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E6676F5-85C2-85C6-3DB9-C7D46B520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F3F2599-BB30-4233-CACA-B52FAA594C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0CC8A6-C29F-330F-F778-76BF707073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651A68-54C1-4BB0-BC22-A8C6FFFA29CD}" type="datetimeFigureOut">
              <a:rPr lang="ko-KR" altLang="en-US" smtClean="0"/>
              <a:t>2025-01-12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CB3C8B1-6552-600D-95EA-9F3622221D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5D2BA44-E7AD-EC80-37FD-1CF9435633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72CB09-6D69-4957-B5CF-16DA3D49C2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13684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E6C65F15-859D-937B-0A44-5B53813D5A99}"/>
              </a:ext>
            </a:extLst>
          </p:cNvPr>
          <p:cNvGrpSpPr/>
          <p:nvPr/>
        </p:nvGrpSpPr>
        <p:grpSpPr>
          <a:xfrm>
            <a:off x="-2484353" y="-14123350"/>
            <a:ext cx="36503382" cy="21947457"/>
            <a:chOff x="-2484353" y="-14123350"/>
            <a:chExt cx="36503382" cy="21947457"/>
          </a:xfrm>
        </p:grpSpPr>
        <p:sp>
          <p:nvSpPr>
            <p:cNvPr id="4" name="이등변 삼각형 3">
              <a:extLst>
                <a:ext uri="{FF2B5EF4-FFF2-40B4-BE49-F238E27FC236}">
                  <a16:creationId xmlns:a16="http://schemas.microsoft.com/office/drawing/2014/main" id="{42BCE298-9D20-6702-0F02-68C8FB77DC36}"/>
                </a:ext>
              </a:extLst>
            </p:cNvPr>
            <p:cNvSpPr/>
            <p:nvPr/>
          </p:nvSpPr>
          <p:spPr>
            <a:xfrm>
              <a:off x="3200826" y="6358151"/>
              <a:ext cx="1685499" cy="1392071"/>
            </a:xfrm>
            <a:prstGeom prst="triangle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135A3872-FCB6-3060-AD07-CD5E2F0A4E41}"/>
                </a:ext>
              </a:extLst>
            </p:cNvPr>
            <p:cNvSpPr/>
            <p:nvPr/>
          </p:nvSpPr>
          <p:spPr>
            <a:xfrm>
              <a:off x="3445822" y="4362450"/>
              <a:ext cx="1162050" cy="23495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73FDDCAC-FD3C-E96F-D2AD-DCED35EEBAFC}"/>
                </a:ext>
              </a:extLst>
            </p:cNvPr>
            <p:cNvSpPr/>
            <p:nvPr/>
          </p:nvSpPr>
          <p:spPr>
            <a:xfrm>
              <a:off x="3111500" y="2863850"/>
              <a:ext cx="3054350" cy="20193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직각 삼각형 8">
              <a:extLst>
                <a:ext uri="{FF2B5EF4-FFF2-40B4-BE49-F238E27FC236}">
                  <a16:creationId xmlns:a16="http://schemas.microsoft.com/office/drawing/2014/main" id="{BFF3CA1B-A984-F9ED-341A-0D48BB7FB970}"/>
                </a:ext>
              </a:extLst>
            </p:cNvPr>
            <p:cNvSpPr/>
            <p:nvPr/>
          </p:nvSpPr>
          <p:spPr>
            <a:xfrm flipV="1">
              <a:off x="4607872" y="4883150"/>
              <a:ext cx="965200" cy="914400"/>
            </a:xfrm>
            <a:prstGeom prst="rtTriangle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각 삼각형 9">
              <a:extLst>
                <a:ext uri="{FF2B5EF4-FFF2-40B4-BE49-F238E27FC236}">
                  <a16:creationId xmlns:a16="http://schemas.microsoft.com/office/drawing/2014/main" id="{22C492F1-15C5-CAC4-38EA-714865B6C603}"/>
                </a:ext>
              </a:extLst>
            </p:cNvPr>
            <p:cNvSpPr/>
            <p:nvPr/>
          </p:nvSpPr>
          <p:spPr>
            <a:xfrm flipH="1">
              <a:off x="3111500" y="1619250"/>
              <a:ext cx="3054350" cy="1244600"/>
            </a:xfrm>
            <a:prstGeom prst="rtTriangle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D7FBEBBE-F5D1-E4C4-BE09-6730F762761C}"/>
                </a:ext>
              </a:extLst>
            </p:cNvPr>
            <p:cNvSpPr/>
            <p:nvPr/>
          </p:nvSpPr>
          <p:spPr>
            <a:xfrm>
              <a:off x="6165850" y="95250"/>
              <a:ext cx="1663700" cy="367665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2F3CF3C5-4257-916F-E291-EB536C78065A}"/>
                </a:ext>
              </a:extLst>
            </p:cNvPr>
            <p:cNvSpPr/>
            <p:nvPr/>
          </p:nvSpPr>
          <p:spPr>
            <a:xfrm rot="20232244">
              <a:off x="2564568" y="185943"/>
              <a:ext cx="704850" cy="264795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사다리꼴 12">
              <a:extLst>
                <a:ext uri="{FF2B5EF4-FFF2-40B4-BE49-F238E27FC236}">
                  <a16:creationId xmlns:a16="http://schemas.microsoft.com/office/drawing/2014/main" id="{5E8A3050-9A3B-E604-5233-4B158C6C8D70}"/>
                </a:ext>
              </a:extLst>
            </p:cNvPr>
            <p:cNvSpPr/>
            <p:nvPr/>
          </p:nvSpPr>
          <p:spPr>
            <a:xfrm rot="5400000">
              <a:off x="-2470721" y="-1909652"/>
              <a:ext cx="3950607" cy="3977872"/>
            </a:xfrm>
            <a:prstGeom prst="trapezoid">
              <a:avLst>
                <a:gd name="adj" fmla="val 34185"/>
              </a:avLst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115AA164-A147-B639-E92D-ED676BBD9A12}"/>
                </a:ext>
              </a:extLst>
            </p:cNvPr>
            <p:cNvSpPr/>
            <p:nvPr/>
          </p:nvSpPr>
          <p:spPr>
            <a:xfrm>
              <a:off x="1493520" y="-548640"/>
              <a:ext cx="1211580" cy="128778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대각선 줄무늬 14">
              <a:extLst>
                <a:ext uri="{FF2B5EF4-FFF2-40B4-BE49-F238E27FC236}">
                  <a16:creationId xmlns:a16="http://schemas.microsoft.com/office/drawing/2014/main" id="{08345192-C67F-08CB-FE91-745B5D62D0E8}"/>
                </a:ext>
              </a:extLst>
            </p:cNvPr>
            <p:cNvSpPr/>
            <p:nvPr/>
          </p:nvSpPr>
          <p:spPr>
            <a:xfrm>
              <a:off x="7829550" y="-1426210"/>
              <a:ext cx="3166110" cy="3042920"/>
            </a:xfrm>
            <a:prstGeom prst="diagStripe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F48268DA-EB0B-B65F-0D82-ED03FC5F1110}"/>
                </a:ext>
              </a:extLst>
            </p:cNvPr>
            <p:cNvSpPr/>
            <p:nvPr/>
          </p:nvSpPr>
          <p:spPr>
            <a:xfrm>
              <a:off x="9412604" y="-2365829"/>
              <a:ext cx="4825909" cy="93962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3FDFEA9F-66E3-ADAF-42B9-942C26FFE83E}"/>
                </a:ext>
              </a:extLst>
            </p:cNvPr>
            <p:cNvSpPr/>
            <p:nvPr/>
          </p:nvSpPr>
          <p:spPr>
            <a:xfrm>
              <a:off x="2278743" y="-1944914"/>
              <a:ext cx="426357" cy="1396274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D8E339F6-8CAB-A724-5EA7-8EFAB8C794A9}"/>
                </a:ext>
              </a:extLst>
            </p:cNvPr>
            <p:cNvSpPr/>
            <p:nvPr/>
          </p:nvSpPr>
          <p:spPr>
            <a:xfrm>
              <a:off x="2278743" y="-2481943"/>
              <a:ext cx="1675744" cy="533853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사다리꼴 18">
              <a:extLst>
                <a:ext uri="{FF2B5EF4-FFF2-40B4-BE49-F238E27FC236}">
                  <a16:creationId xmlns:a16="http://schemas.microsoft.com/office/drawing/2014/main" id="{6E0FE01F-37D1-6125-1F3E-874B1E6AB5C9}"/>
                </a:ext>
              </a:extLst>
            </p:cNvPr>
            <p:cNvSpPr/>
            <p:nvPr/>
          </p:nvSpPr>
          <p:spPr>
            <a:xfrm rot="16200000">
              <a:off x="3182735" y="-2680938"/>
              <a:ext cx="2475342" cy="931839"/>
            </a:xfrm>
            <a:prstGeom prst="trapezoid">
              <a:avLst>
                <a:gd name="adj" fmla="val 106339"/>
              </a:avLst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다리꼴 19">
              <a:extLst>
                <a:ext uri="{FF2B5EF4-FFF2-40B4-BE49-F238E27FC236}">
                  <a16:creationId xmlns:a16="http://schemas.microsoft.com/office/drawing/2014/main" id="{BD94BA71-7925-629F-E83D-D16DB98F9A13}"/>
                </a:ext>
              </a:extLst>
            </p:cNvPr>
            <p:cNvSpPr/>
            <p:nvPr/>
          </p:nvSpPr>
          <p:spPr>
            <a:xfrm rot="5400000" flipH="1">
              <a:off x="6597758" y="-3406398"/>
              <a:ext cx="2746058" cy="1214312"/>
            </a:xfrm>
            <a:prstGeom prst="trapezoid">
              <a:avLst>
                <a:gd name="adj" fmla="val 60919"/>
              </a:avLst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평행 사변형 20">
              <a:extLst>
                <a:ext uri="{FF2B5EF4-FFF2-40B4-BE49-F238E27FC236}">
                  <a16:creationId xmlns:a16="http://schemas.microsoft.com/office/drawing/2014/main" id="{EFF7FC2D-0855-F568-88A8-8E0106C2DED7}"/>
                </a:ext>
              </a:extLst>
            </p:cNvPr>
            <p:cNvSpPr/>
            <p:nvPr/>
          </p:nvSpPr>
          <p:spPr>
            <a:xfrm rot="5400000" flipH="1">
              <a:off x="4467467" y="-3753413"/>
              <a:ext cx="3315020" cy="2477306"/>
            </a:xfrm>
            <a:prstGeom prst="parallelogram">
              <a:avLst>
                <a:gd name="adj" fmla="val 24910"/>
              </a:avLst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5B08EEF3-56E4-D52B-0E84-CD5D5CDE38CB}"/>
                </a:ext>
              </a:extLst>
            </p:cNvPr>
            <p:cNvSpPr/>
            <p:nvPr/>
          </p:nvSpPr>
          <p:spPr>
            <a:xfrm>
              <a:off x="10755086" y="-4876799"/>
              <a:ext cx="3468914" cy="2525486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직각 삼각형 22">
              <a:extLst>
                <a:ext uri="{FF2B5EF4-FFF2-40B4-BE49-F238E27FC236}">
                  <a16:creationId xmlns:a16="http://schemas.microsoft.com/office/drawing/2014/main" id="{2E3AC302-967C-7D09-8459-8DF5C112E113}"/>
                </a:ext>
              </a:extLst>
            </p:cNvPr>
            <p:cNvSpPr/>
            <p:nvPr/>
          </p:nvSpPr>
          <p:spPr>
            <a:xfrm flipV="1">
              <a:off x="8577943" y="-3418078"/>
              <a:ext cx="1335314" cy="1237671"/>
            </a:xfrm>
            <a:prstGeom prst="rtTriangle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1BA85F30-71AF-89BC-5018-EDAD96893F4A}"/>
                </a:ext>
              </a:extLst>
            </p:cNvPr>
            <p:cNvSpPr/>
            <p:nvPr/>
          </p:nvSpPr>
          <p:spPr>
            <a:xfrm>
              <a:off x="8577943" y="-3918857"/>
              <a:ext cx="2162630" cy="500776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D8835EBE-6F33-293F-DC46-9B41ECE28663}"/>
                </a:ext>
              </a:extLst>
            </p:cNvPr>
            <p:cNvSpPr/>
            <p:nvPr/>
          </p:nvSpPr>
          <p:spPr>
            <a:xfrm>
              <a:off x="12917714" y="-1426213"/>
              <a:ext cx="1320799" cy="5045713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사다리꼴 25">
              <a:extLst>
                <a:ext uri="{FF2B5EF4-FFF2-40B4-BE49-F238E27FC236}">
                  <a16:creationId xmlns:a16="http://schemas.microsoft.com/office/drawing/2014/main" id="{5A01E796-DC3A-F621-C63E-3E47BDC73F57}"/>
                </a:ext>
              </a:extLst>
            </p:cNvPr>
            <p:cNvSpPr/>
            <p:nvPr/>
          </p:nvSpPr>
          <p:spPr>
            <a:xfrm rot="16200000">
              <a:off x="7791451" y="2036898"/>
              <a:ext cx="2278744" cy="2202543"/>
            </a:xfrm>
            <a:prstGeom prst="trapezoid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36138523-8689-DE6C-B1AC-8715C6E1FA28}"/>
                </a:ext>
              </a:extLst>
            </p:cNvPr>
            <p:cNvSpPr/>
            <p:nvPr/>
          </p:nvSpPr>
          <p:spPr>
            <a:xfrm>
              <a:off x="10003067" y="1998797"/>
              <a:ext cx="1922054" cy="2278744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평행 사변형 27">
              <a:extLst>
                <a:ext uri="{FF2B5EF4-FFF2-40B4-BE49-F238E27FC236}">
                  <a16:creationId xmlns:a16="http://schemas.microsoft.com/office/drawing/2014/main" id="{92940EAA-A9B3-C6B4-8464-0F992493753B}"/>
                </a:ext>
              </a:extLst>
            </p:cNvPr>
            <p:cNvSpPr/>
            <p:nvPr/>
          </p:nvSpPr>
          <p:spPr>
            <a:xfrm rot="16200000" flipH="1">
              <a:off x="10946739" y="2326299"/>
              <a:ext cx="2909889" cy="992594"/>
            </a:xfrm>
            <a:prstGeom prst="parallelogram">
              <a:avLst>
                <a:gd name="adj" fmla="val 65943"/>
              </a:avLst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대각선 줄무늬 28">
              <a:extLst>
                <a:ext uri="{FF2B5EF4-FFF2-40B4-BE49-F238E27FC236}">
                  <a16:creationId xmlns:a16="http://schemas.microsoft.com/office/drawing/2014/main" id="{327EBAAB-F5B8-1871-1CF5-16BD62CD74D8}"/>
                </a:ext>
              </a:extLst>
            </p:cNvPr>
            <p:cNvSpPr/>
            <p:nvPr/>
          </p:nvSpPr>
          <p:spPr>
            <a:xfrm>
              <a:off x="17373597" y="-3151414"/>
              <a:ext cx="6487887" cy="6923314"/>
            </a:xfrm>
            <a:prstGeom prst="diagStripe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4FD0B0B0-D5B7-B1A3-50FE-80C713368D4B}"/>
                </a:ext>
              </a:extLst>
            </p:cNvPr>
            <p:cNvSpPr/>
            <p:nvPr/>
          </p:nvSpPr>
          <p:spPr>
            <a:xfrm>
              <a:off x="14253026" y="1509918"/>
              <a:ext cx="2510974" cy="1102653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사다리꼴 30">
              <a:extLst>
                <a:ext uri="{FF2B5EF4-FFF2-40B4-BE49-F238E27FC236}">
                  <a16:creationId xmlns:a16="http://schemas.microsoft.com/office/drawing/2014/main" id="{2C2A6FA9-45DE-265F-33E1-30D2910F373B}"/>
                </a:ext>
              </a:extLst>
            </p:cNvPr>
            <p:cNvSpPr/>
            <p:nvPr/>
          </p:nvSpPr>
          <p:spPr>
            <a:xfrm rot="16200000">
              <a:off x="15349765" y="1748065"/>
              <a:ext cx="3438071" cy="609598"/>
            </a:xfrm>
            <a:prstGeom prst="trapezoid">
              <a:avLst>
                <a:gd name="adj" fmla="val 200649"/>
              </a:avLst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평행 사변형 32">
              <a:extLst>
                <a:ext uri="{FF2B5EF4-FFF2-40B4-BE49-F238E27FC236}">
                  <a16:creationId xmlns:a16="http://schemas.microsoft.com/office/drawing/2014/main" id="{9824F97F-F0C0-BC45-AECA-80D240028266}"/>
                </a:ext>
              </a:extLst>
            </p:cNvPr>
            <p:cNvSpPr/>
            <p:nvPr/>
          </p:nvSpPr>
          <p:spPr>
            <a:xfrm>
              <a:off x="19962577" y="0"/>
              <a:ext cx="7048504" cy="954462"/>
            </a:xfrm>
            <a:prstGeom prst="parallelogram">
              <a:avLst>
                <a:gd name="adj" fmla="val 93796"/>
              </a:avLst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직각 삼각형 33">
              <a:extLst>
                <a:ext uri="{FF2B5EF4-FFF2-40B4-BE49-F238E27FC236}">
                  <a16:creationId xmlns:a16="http://schemas.microsoft.com/office/drawing/2014/main" id="{CA7B7784-CB17-8553-5112-7A707AC014F7}"/>
                </a:ext>
              </a:extLst>
            </p:cNvPr>
            <p:cNvSpPr/>
            <p:nvPr/>
          </p:nvSpPr>
          <p:spPr>
            <a:xfrm flipH="1">
              <a:off x="26117550" y="0"/>
              <a:ext cx="893531" cy="954462"/>
            </a:xfrm>
            <a:prstGeom prst="rtTriangle">
              <a:avLst/>
            </a:prstGeom>
            <a:pattFill prst="wdDnDiag">
              <a:fgClr>
                <a:srgbClr val="92D050"/>
              </a:fgClr>
              <a:bgClr>
                <a:schemeClr val="bg2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56C17AB3-E47E-B651-5761-2D9C7D9292F9}"/>
                </a:ext>
              </a:extLst>
            </p:cNvPr>
            <p:cNvSpPr/>
            <p:nvPr/>
          </p:nvSpPr>
          <p:spPr>
            <a:xfrm>
              <a:off x="26117550" y="954462"/>
              <a:ext cx="879018" cy="2969838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37" name="직선 연결선 36">
              <a:extLst>
                <a:ext uri="{FF2B5EF4-FFF2-40B4-BE49-F238E27FC236}">
                  <a16:creationId xmlns:a16="http://schemas.microsoft.com/office/drawing/2014/main" id="{FF40A176-944E-E090-B9C5-9CEF24D05829}"/>
                </a:ext>
              </a:extLst>
            </p:cNvPr>
            <p:cNvCxnSpPr/>
            <p:nvPr/>
          </p:nvCxnSpPr>
          <p:spPr>
            <a:xfrm flipV="1">
              <a:off x="2895600" y="2612571"/>
              <a:ext cx="1352550" cy="587829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직선 화살표 연결선 38">
              <a:extLst>
                <a:ext uri="{FF2B5EF4-FFF2-40B4-BE49-F238E27FC236}">
                  <a16:creationId xmlns:a16="http://schemas.microsoft.com/office/drawing/2014/main" id="{DE7A54CE-6273-F0D8-77F3-3AE146A5DEEF}"/>
                </a:ext>
              </a:extLst>
            </p:cNvPr>
            <p:cNvCxnSpPr/>
            <p:nvPr/>
          </p:nvCxnSpPr>
          <p:spPr>
            <a:xfrm flipH="1" flipV="1">
              <a:off x="3215339" y="2343059"/>
              <a:ext cx="554039" cy="1060541"/>
            </a:xfrm>
            <a:prstGeom prst="straightConnector1">
              <a:avLst/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C381CC8-6C4F-A1EF-4EF6-7DD5C3376013}"/>
                </a:ext>
              </a:extLst>
            </p:cNvPr>
            <p:cNvSpPr txBox="1"/>
            <p:nvPr/>
          </p:nvSpPr>
          <p:spPr>
            <a:xfrm>
              <a:off x="3200826" y="2360420"/>
              <a:ext cx="1280635" cy="11079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600" b="1" dirty="0">
                  <a:solidFill>
                    <a:srgbClr val="FF0000"/>
                  </a:solidFill>
                  <a:latin typeface="Aptos" panose="020B0004020202020204" pitchFamily="34" charset="0"/>
                  <a:ea typeface="ADLaM Display" panose="020F0502020204030204" pitchFamily="2" charset="0"/>
                  <a:cs typeface="Arial" panose="020B0604020202020204" pitchFamily="34" charset="0"/>
                </a:rPr>
                <a:t>X</a:t>
              </a:r>
              <a:endParaRPr lang="ko-KR" altLang="en-US" b="1" dirty="0">
                <a:solidFill>
                  <a:srgbClr val="FF0000"/>
                </a:solidFill>
                <a:latin typeface="Aptos" panose="020B00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A7BE635D-47CF-E164-2AC3-7F433B7CEB81}"/>
                </a:ext>
              </a:extLst>
            </p:cNvPr>
            <p:cNvSpPr txBox="1"/>
            <p:nvPr/>
          </p:nvSpPr>
          <p:spPr>
            <a:xfrm>
              <a:off x="7351598" y="2584171"/>
              <a:ext cx="1280635" cy="11079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600" b="1" dirty="0">
                  <a:solidFill>
                    <a:srgbClr val="FF0000"/>
                  </a:solidFill>
                  <a:latin typeface="Aptos" panose="020B0004020202020204" pitchFamily="34" charset="0"/>
                  <a:ea typeface="ADLaM Display" panose="020F0502020204030204" pitchFamily="2" charset="0"/>
                  <a:cs typeface="Arial" panose="020B0604020202020204" pitchFamily="34" charset="0"/>
                </a:rPr>
                <a:t>X</a:t>
              </a:r>
              <a:endParaRPr lang="ko-KR" altLang="en-US" b="1" dirty="0">
                <a:solidFill>
                  <a:srgbClr val="FF0000"/>
                </a:solidFill>
                <a:latin typeface="Aptos" panose="020B00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42" name="직선 연결선 41">
              <a:extLst>
                <a:ext uri="{FF2B5EF4-FFF2-40B4-BE49-F238E27FC236}">
                  <a16:creationId xmlns:a16="http://schemas.microsoft.com/office/drawing/2014/main" id="{2673B759-B42A-D369-1EC3-F73BC5E3F7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01646" y="2439381"/>
              <a:ext cx="7254" cy="1484919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직선 화살표 연결선 45">
              <a:extLst>
                <a:ext uri="{FF2B5EF4-FFF2-40B4-BE49-F238E27FC236}">
                  <a16:creationId xmlns:a16="http://schemas.microsoft.com/office/drawing/2014/main" id="{2B84FC55-207E-3B35-01C8-1169D6F4E51B}"/>
                </a:ext>
              </a:extLst>
            </p:cNvPr>
            <p:cNvCxnSpPr>
              <a:cxnSpLocks/>
            </p:cNvCxnSpPr>
            <p:nvPr/>
          </p:nvCxnSpPr>
          <p:spPr>
            <a:xfrm>
              <a:off x="7363630" y="3138169"/>
              <a:ext cx="975736" cy="0"/>
            </a:xfrm>
            <a:prstGeom prst="straightConnector1">
              <a:avLst/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대각선 줄무늬 49">
              <a:extLst>
                <a:ext uri="{FF2B5EF4-FFF2-40B4-BE49-F238E27FC236}">
                  <a16:creationId xmlns:a16="http://schemas.microsoft.com/office/drawing/2014/main" id="{34671017-7D0B-C31F-787A-C5D4B2C229BD}"/>
                </a:ext>
              </a:extLst>
            </p:cNvPr>
            <p:cNvSpPr/>
            <p:nvPr/>
          </p:nvSpPr>
          <p:spPr>
            <a:xfrm>
              <a:off x="24384001" y="3924300"/>
              <a:ext cx="2612568" cy="2278744"/>
            </a:xfrm>
            <a:prstGeom prst="diagStripe">
              <a:avLst>
                <a:gd name="adj" fmla="val 66720"/>
              </a:avLst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51" name="사다리꼴 50">
              <a:extLst>
                <a:ext uri="{FF2B5EF4-FFF2-40B4-BE49-F238E27FC236}">
                  <a16:creationId xmlns:a16="http://schemas.microsoft.com/office/drawing/2014/main" id="{3C1D2CAF-088D-6771-4796-9FB836F50E40}"/>
                </a:ext>
              </a:extLst>
            </p:cNvPr>
            <p:cNvSpPr/>
            <p:nvPr/>
          </p:nvSpPr>
          <p:spPr>
            <a:xfrm rot="5400000">
              <a:off x="20405248" y="3859868"/>
              <a:ext cx="3950607" cy="3977872"/>
            </a:xfrm>
            <a:prstGeom prst="trapezoid">
              <a:avLst>
                <a:gd name="adj" fmla="val 39972"/>
              </a:avLst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평행 사변형 51">
              <a:extLst>
                <a:ext uri="{FF2B5EF4-FFF2-40B4-BE49-F238E27FC236}">
                  <a16:creationId xmlns:a16="http://schemas.microsoft.com/office/drawing/2014/main" id="{F50EDB57-FC60-F76A-2A7B-E0FEC16920F8}"/>
                </a:ext>
              </a:extLst>
            </p:cNvPr>
            <p:cNvSpPr/>
            <p:nvPr/>
          </p:nvSpPr>
          <p:spPr>
            <a:xfrm>
              <a:off x="24685842" y="-3151414"/>
              <a:ext cx="5349658" cy="3160632"/>
            </a:xfrm>
            <a:prstGeom prst="parallelogram">
              <a:avLst>
                <a:gd name="adj" fmla="val 96428"/>
              </a:avLst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1968222A-65CB-076A-233B-6BC7A79733BA}"/>
                </a:ext>
              </a:extLst>
            </p:cNvPr>
            <p:cNvSpPr/>
            <p:nvPr/>
          </p:nvSpPr>
          <p:spPr>
            <a:xfrm>
              <a:off x="20637500" y="-3918857"/>
              <a:ext cx="9398000" cy="767443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사다리꼴 53">
              <a:extLst>
                <a:ext uri="{FF2B5EF4-FFF2-40B4-BE49-F238E27FC236}">
                  <a16:creationId xmlns:a16="http://schemas.microsoft.com/office/drawing/2014/main" id="{B4A677C7-E177-61E2-F129-B266BA3E43D9}"/>
                </a:ext>
              </a:extLst>
            </p:cNvPr>
            <p:cNvSpPr/>
            <p:nvPr/>
          </p:nvSpPr>
          <p:spPr>
            <a:xfrm>
              <a:off x="20637501" y="-7462684"/>
              <a:ext cx="9398000" cy="3543827"/>
            </a:xfrm>
            <a:prstGeom prst="trapezoid">
              <a:avLst>
                <a:gd name="adj" fmla="val 111564"/>
              </a:avLst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직사각형 54">
              <a:extLst>
                <a:ext uri="{FF2B5EF4-FFF2-40B4-BE49-F238E27FC236}">
                  <a16:creationId xmlns:a16="http://schemas.microsoft.com/office/drawing/2014/main" id="{38A028B5-B5A9-4007-EAF5-53DDE007CB2B}"/>
                </a:ext>
              </a:extLst>
            </p:cNvPr>
            <p:cNvSpPr/>
            <p:nvPr/>
          </p:nvSpPr>
          <p:spPr>
            <a:xfrm>
              <a:off x="6154951" y="41388"/>
              <a:ext cx="1685499" cy="1828800"/>
            </a:xfrm>
            <a:prstGeom prst="rect">
              <a:avLst/>
            </a:prstGeom>
            <a:pattFill prst="wdUpDiag">
              <a:fgClr>
                <a:schemeClr val="accent2"/>
              </a:fgClr>
              <a:bgClr>
                <a:schemeClr val="bg2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평행 사변형 55">
              <a:extLst>
                <a:ext uri="{FF2B5EF4-FFF2-40B4-BE49-F238E27FC236}">
                  <a16:creationId xmlns:a16="http://schemas.microsoft.com/office/drawing/2014/main" id="{6F4DDD19-BA71-E9D0-CCDA-E3DBB299F845}"/>
                </a:ext>
              </a:extLst>
            </p:cNvPr>
            <p:cNvSpPr/>
            <p:nvPr/>
          </p:nvSpPr>
          <p:spPr>
            <a:xfrm>
              <a:off x="15013858" y="-7462684"/>
              <a:ext cx="9671984" cy="778189"/>
            </a:xfrm>
            <a:prstGeom prst="parallelogram">
              <a:avLst>
                <a:gd name="adj" fmla="val 110376"/>
              </a:avLst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다이아몬드 56">
              <a:extLst>
                <a:ext uri="{FF2B5EF4-FFF2-40B4-BE49-F238E27FC236}">
                  <a16:creationId xmlns:a16="http://schemas.microsoft.com/office/drawing/2014/main" id="{C2854F49-C5BC-506B-677F-8A40D7A414F2}"/>
                </a:ext>
              </a:extLst>
            </p:cNvPr>
            <p:cNvSpPr/>
            <p:nvPr/>
          </p:nvSpPr>
          <p:spPr>
            <a:xfrm rot="359639">
              <a:off x="14304326" y="-8352056"/>
              <a:ext cx="1549411" cy="1669814"/>
            </a:xfrm>
            <a:prstGeom prst="diamond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평행 사변형 58">
              <a:extLst>
                <a:ext uri="{FF2B5EF4-FFF2-40B4-BE49-F238E27FC236}">
                  <a16:creationId xmlns:a16="http://schemas.microsoft.com/office/drawing/2014/main" id="{E81598D8-815A-8C19-1158-2E3A10233685}"/>
                </a:ext>
              </a:extLst>
            </p:cNvPr>
            <p:cNvSpPr/>
            <p:nvPr/>
          </p:nvSpPr>
          <p:spPr>
            <a:xfrm>
              <a:off x="9412604" y="-8364786"/>
              <a:ext cx="5722374" cy="1220800"/>
            </a:xfrm>
            <a:prstGeom prst="parallelogram">
              <a:avLst>
                <a:gd name="adj" fmla="val 110134"/>
              </a:avLst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26FB4003-E5DA-DC1E-788B-E897DC589DE6}"/>
                </a:ext>
              </a:extLst>
            </p:cNvPr>
            <p:cNvSpPr/>
            <p:nvPr/>
          </p:nvSpPr>
          <p:spPr>
            <a:xfrm>
              <a:off x="26996568" y="2360420"/>
              <a:ext cx="2987001" cy="83998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61" name="직선 연결선 60">
              <a:extLst>
                <a:ext uri="{FF2B5EF4-FFF2-40B4-BE49-F238E27FC236}">
                  <a16:creationId xmlns:a16="http://schemas.microsoft.com/office/drawing/2014/main" id="{C75F6AD0-C9B1-E35B-ED81-4E1A1DB3D24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91448" y="2006171"/>
              <a:ext cx="7254" cy="1484919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직선 화살표 연결선 61">
              <a:extLst>
                <a:ext uri="{FF2B5EF4-FFF2-40B4-BE49-F238E27FC236}">
                  <a16:creationId xmlns:a16="http://schemas.microsoft.com/office/drawing/2014/main" id="{0C4EFDA8-43A3-C57B-BA78-DF90F45D5AD5}"/>
                </a:ext>
              </a:extLst>
            </p:cNvPr>
            <p:cNvCxnSpPr>
              <a:cxnSpLocks/>
            </p:cNvCxnSpPr>
            <p:nvPr/>
          </p:nvCxnSpPr>
          <p:spPr>
            <a:xfrm>
              <a:off x="26553432" y="2704959"/>
              <a:ext cx="975736" cy="0"/>
            </a:xfrm>
            <a:prstGeom prst="straightConnector1">
              <a:avLst/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242FC488-3547-3275-0F82-431F9C61BB9F}"/>
                </a:ext>
              </a:extLst>
            </p:cNvPr>
            <p:cNvSpPr txBox="1"/>
            <p:nvPr/>
          </p:nvSpPr>
          <p:spPr>
            <a:xfrm>
              <a:off x="26573737" y="2173802"/>
              <a:ext cx="1280635" cy="11079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600" b="1" dirty="0">
                  <a:solidFill>
                    <a:srgbClr val="FF0000"/>
                  </a:solidFill>
                  <a:latin typeface="Aptos" panose="020B0004020202020204" pitchFamily="34" charset="0"/>
                  <a:ea typeface="ADLaM Display" panose="020F0502020204030204" pitchFamily="2" charset="0"/>
                  <a:cs typeface="Arial" panose="020B0604020202020204" pitchFamily="34" charset="0"/>
                </a:rPr>
                <a:t>X</a:t>
              </a:r>
              <a:endParaRPr lang="ko-KR" altLang="en-US" b="1" dirty="0">
                <a:solidFill>
                  <a:srgbClr val="FF0000"/>
                </a:solidFill>
                <a:latin typeface="Aptos" panose="020B00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4" name="사다리꼴 63">
              <a:extLst>
                <a:ext uri="{FF2B5EF4-FFF2-40B4-BE49-F238E27FC236}">
                  <a16:creationId xmlns:a16="http://schemas.microsoft.com/office/drawing/2014/main" id="{7DAC3B91-D06F-62EC-11CC-1A4F944DE627}"/>
                </a:ext>
              </a:extLst>
            </p:cNvPr>
            <p:cNvSpPr/>
            <p:nvPr/>
          </p:nvSpPr>
          <p:spPr>
            <a:xfrm rot="16200000" flipH="1">
              <a:off x="30025996" y="762682"/>
              <a:ext cx="3950607" cy="4035458"/>
            </a:xfrm>
            <a:prstGeom prst="trapezoid">
              <a:avLst>
                <a:gd name="adj" fmla="val 39972"/>
              </a:avLst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사다리꼴 64">
              <a:extLst>
                <a:ext uri="{FF2B5EF4-FFF2-40B4-BE49-F238E27FC236}">
                  <a16:creationId xmlns:a16="http://schemas.microsoft.com/office/drawing/2014/main" id="{8A380F5A-4C20-25F7-BD5D-903EDA6C2585}"/>
                </a:ext>
              </a:extLst>
            </p:cNvPr>
            <p:cNvSpPr/>
            <p:nvPr/>
          </p:nvSpPr>
          <p:spPr>
            <a:xfrm>
              <a:off x="24685842" y="-9497961"/>
              <a:ext cx="1431708" cy="2035278"/>
            </a:xfrm>
            <a:prstGeom prst="trapezoid">
              <a:avLst>
                <a:gd name="adj" fmla="val 33241"/>
              </a:avLst>
            </a:prstGeom>
            <a:pattFill prst="wdDnDiag">
              <a:fgClr>
                <a:srgbClr val="92D050"/>
              </a:fgClr>
              <a:bgClr>
                <a:schemeClr val="bg2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5C4CF498-C2EC-1FC4-0992-BFF9CADB3C51}"/>
                </a:ext>
              </a:extLst>
            </p:cNvPr>
            <p:cNvSpPr/>
            <p:nvPr/>
          </p:nvSpPr>
          <p:spPr>
            <a:xfrm>
              <a:off x="25153257" y="-11149781"/>
              <a:ext cx="479440" cy="1651819"/>
            </a:xfrm>
            <a:prstGeom prst="rect">
              <a:avLst/>
            </a:prstGeom>
            <a:pattFill prst="wdDnDiag">
              <a:fgClr>
                <a:srgbClr val="92D050"/>
              </a:fgClr>
              <a:bgClr>
                <a:schemeClr val="bg2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사다리꼴 66">
              <a:extLst>
                <a:ext uri="{FF2B5EF4-FFF2-40B4-BE49-F238E27FC236}">
                  <a16:creationId xmlns:a16="http://schemas.microsoft.com/office/drawing/2014/main" id="{43315E12-ACF4-1898-8083-9E38A79A87E4}"/>
                </a:ext>
              </a:extLst>
            </p:cNvPr>
            <p:cNvSpPr/>
            <p:nvPr/>
          </p:nvSpPr>
          <p:spPr>
            <a:xfrm flipV="1">
              <a:off x="23526958" y="-13185061"/>
              <a:ext cx="3687096" cy="2035279"/>
            </a:xfrm>
            <a:prstGeom prst="trapezoid">
              <a:avLst>
                <a:gd name="adj" fmla="val 79313"/>
              </a:avLst>
            </a:prstGeom>
            <a:solidFill>
              <a:srgbClr val="C0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현 67">
              <a:extLst>
                <a:ext uri="{FF2B5EF4-FFF2-40B4-BE49-F238E27FC236}">
                  <a16:creationId xmlns:a16="http://schemas.microsoft.com/office/drawing/2014/main" id="{2F35F313-58BF-CA65-8F4C-0B0E2622795B}"/>
                </a:ext>
              </a:extLst>
            </p:cNvPr>
            <p:cNvSpPr/>
            <p:nvPr/>
          </p:nvSpPr>
          <p:spPr>
            <a:xfrm flipV="1">
              <a:off x="22923024" y="-14123350"/>
              <a:ext cx="4909026" cy="5510985"/>
            </a:xfrm>
            <a:prstGeom prst="chord">
              <a:avLst>
                <a:gd name="adj1" fmla="val 2681755"/>
                <a:gd name="adj2" fmla="val 8121377"/>
              </a:avLst>
            </a:prstGeom>
            <a:solidFill>
              <a:srgbClr val="C0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18F59453-04C0-686D-8109-C84971A92066}"/>
                </a:ext>
              </a:extLst>
            </p:cNvPr>
            <p:cNvSpPr/>
            <p:nvPr/>
          </p:nvSpPr>
          <p:spPr>
            <a:xfrm rot="5400000">
              <a:off x="14993663" y="1452121"/>
              <a:ext cx="1102651" cy="1218241"/>
            </a:xfrm>
            <a:prstGeom prst="rect">
              <a:avLst/>
            </a:prstGeom>
            <a:pattFill prst="wdUpDiag">
              <a:fgClr>
                <a:schemeClr val="accent2"/>
              </a:fgClr>
              <a:bgClr>
                <a:schemeClr val="bg2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평행 사변형 69">
              <a:extLst>
                <a:ext uri="{FF2B5EF4-FFF2-40B4-BE49-F238E27FC236}">
                  <a16:creationId xmlns:a16="http://schemas.microsoft.com/office/drawing/2014/main" id="{E1112B96-0F23-1305-08A6-F1A239E5F19F}"/>
                </a:ext>
              </a:extLst>
            </p:cNvPr>
            <p:cNvSpPr/>
            <p:nvPr/>
          </p:nvSpPr>
          <p:spPr>
            <a:xfrm>
              <a:off x="19221858" y="-3136271"/>
              <a:ext cx="4639625" cy="1504600"/>
            </a:xfrm>
            <a:prstGeom prst="parallelogram">
              <a:avLst>
                <a:gd name="adj" fmla="val 93397"/>
              </a:avLst>
            </a:prstGeom>
            <a:pattFill prst="wdUpDiag">
              <a:fgClr>
                <a:schemeClr val="accent2"/>
              </a:fgClr>
              <a:bgClr>
                <a:schemeClr val="bg2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B234ACE8-4FDD-F6C0-6EAD-BD9ECE223679}"/>
                </a:ext>
              </a:extLst>
            </p:cNvPr>
            <p:cNvSpPr/>
            <p:nvPr/>
          </p:nvSpPr>
          <p:spPr>
            <a:xfrm>
              <a:off x="3895961" y="6139544"/>
              <a:ext cx="341938" cy="353800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A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1" name="직사각형 80">
              <a:extLst>
                <a:ext uri="{FF2B5EF4-FFF2-40B4-BE49-F238E27FC236}">
                  <a16:creationId xmlns:a16="http://schemas.microsoft.com/office/drawing/2014/main" id="{5569841C-267B-1ECF-7FA4-FD5526C0B6CC}"/>
                </a:ext>
              </a:extLst>
            </p:cNvPr>
            <p:cNvSpPr/>
            <p:nvPr/>
          </p:nvSpPr>
          <p:spPr>
            <a:xfrm>
              <a:off x="3111500" y="3692167"/>
              <a:ext cx="732211" cy="695683"/>
            </a:xfrm>
            <a:prstGeom prst="rect">
              <a:avLst/>
            </a:prstGeom>
            <a:pattFill prst="wdDnDiag">
              <a:fgClr>
                <a:srgbClr val="92D050"/>
              </a:fgClr>
              <a:bgClr>
                <a:schemeClr val="bg2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평행 사변형 81">
              <a:extLst>
                <a:ext uri="{FF2B5EF4-FFF2-40B4-BE49-F238E27FC236}">
                  <a16:creationId xmlns:a16="http://schemas.microsoft.com/office/drawing/2014/main" id="{167561D3-C76D-1382-64FD-6377FAFBAFDE}"/>
                </a:ext>
              </a:extLst>
            </p:cNvPr>
            <p:cNvSpPr/>
            <p:nvPr/>
          </p:nvSpPr>
          <p:spPr>
            <a:xfrm>
              <a:off x="8265841" y="-857251"/>
              <a:ext cx="2135459" cy="545513"/>
            </a:xfrm>
            <a:prstGeom prst="parallelogram">
              <a:avLst>
                <a:gd name="adj" fmla="val 104370"/>
              </a:avLst>
            </a:prstGeom>
            <a:pattFill prst="wdDnDiag">
              <a:fgClr>
                <a:srgbClr val="92D050"/>
              </a:fgClr>
              <a:bgClr>
                <a:schemeClr val="bg2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3" name="직사각형 82">
              <a:extLst>
                <a:ext uri="{FF2B5EF4-FFF2-40B4-BE49-F238E27FC236}">
                  <a16:creationId xmlns:a16="http://schemas.microsoft.com/office/drawing/2014/main" id="{5CAF5B60-CE25-51E0-1D0E-6C55D5623C3C}"/>
                </a:ext>
              </a:extLst>
            </p:cNvPr>
            <p:cNvSpPr/>
            <p:nvPr/>
          </p:nvSpPr>
          <p:spPr>
            <a:xfrm>
              <a:off x="10757101" y="-4867953"/>
              <a:ext cx="3464276" cy="517828"/>
            </a:xfrm>
            <a:prstGeom prst="rect">
              <a:avLst/>
            </a:prstGeom>
            <a:pattFill prst="wdDnDiag">
              <a:fgClr>
                <a:srgbClr val="92D050"/>
              </a:fgClr>
              <a:bgClr>
                <a:schemeClr val="bg2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직사각형 83">
              <a:extLst>
                <a:ext uri="{FF2B5EF4-FFF2-40B4-BE49-F238E27FC236}">
                  <a16:creationId xmlns:a16="http://schemas.microsoft.com/office/drawing/2014/main" id="{B74B6AC8-072E-FDD6-FCFB-7E6BF08568C3}"/>
                </a:ext>
              </a:extLst>
            </p:cNvPr>
            <p:cNvSpPr/>
            <p:nvPr/>
          </p:nvSpPr>
          <p:spPr>
            <a:xfrm>
              <a:off x="13620019" y="-803227"/>
              <a:ext cx="589863" cy="1796954"/>
            </a:xfrm>
            <a:prstGeom prst="rect">
              <a:avLst/>
            </a:prstGeom>
            <a:pattFill prst="wdDnDiag">
              <a:fgClr>
                <a:srgbClr val="92D050"/>
              </a:fgClr>
              <a:bgClr>
                <a:schemeClr val="bg2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5" name="평행 사변형 84">
              <a:extLst>
                <a:ext uri="{FF2B5EF4-FFF2-40B4-BE49-F238E27FC236}">
                  <a16:creationId xmlns:a16="http://schemas.microsoft.com/office/drawing/2014/main" id="{84F823E8-90BC-5910-0DB2-749E6329E00E}"/>
                </a:ext>
              </a:extLst>
            </p:cNvPr>
            <p:cNvSpPr/>
            <p:nvPr/>
          </p:nvSpPr>
          <p:spPr>
            <a:xfrm>
              <a:off x="17891525" y="-803227"/>
              <a:ext cx="1596625" cy="545513"/>
            </a:xfrm>
            <a:prstGeom prst="parallelogram">
              <a:avLst>
                <a:gd name="adj" fmla="val 100179"/>
              </a:avLst>
            </a:prstGeom>
            <a:pattFill prst="wdDnDiag">
              <a:fgClr>
                <a:srgbClr val="92D050"/>
              </a:fgClr>
              <a:bgClr>
                <a:schemeClr val="bg2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평행 사변형 85">
              <a:extLst>
                <a:ext uri="{FF2B5EF4-FFF2-40B4-BE49-F238E27FC236}">
                  <a16:creationId xmlns:a16="http://schemas.microsoft.com/office/drawing/2014/main" id="{7CD62A82-87E4-0CF6-3C1D-696E93CBF6BF}"/>
                </a:ext>
              </a:extLst>
            </p:cNvPr>
            <p:cNvSpPr/>
            <p:nvPr/>
          </p:nvSpPr>
          <p:spPr>
            <a:xfrm>
              <a:off x="17983196" y="1404602"/>
              <a:ext cx="1596625" cy="545513"/>
            </a:xfrm>
            <a:prstGeom prst="parallelogram">
              <a:avLst>
                <a:gd name="adj" fmla="val 93727"/>
              </a:avLst>
            </a:prstGeom>
            <a:pattFill prst="wdDnDiag">
              <a:fgClr>
                <a:srgbClr val="92D050"/>
              </a:fgClr>
              <a:bgClr>
                <a:schemeClr val="bg2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사다리꼴 86">
              <a:extLst>
                <a:ext uri="{FF2B5EF4-FFF2-40B4-BE49-F238E27FC236}">
                  <a16:creationId xmlns:a16="http://schemas.microsoft.com/office/drawing/2014/main" id="{15545736-31C6-6CB1-7B70-8D7184BB7845}"/>
                </a:ext>
              </a:extLst>
            </p:cNvPr>
            <p:cNvSpPr/>
            <p:nvPr/>
          </p:nvSpPr>
          <p:spPr>
            <a:xfrm>
              <a:off x="23861483" y="-7463304"/>
              <a:ext cx="3037219" cy="767443"/>
            </a:xfrm>
            <a:prstGeom prst="trapezoid">
              <a:avLst>
                <a:gd name="adj" fmla="val 110389"/>
              </a:avLst>
            </a:prstGeom>
            <a:pattFill prst="wdDnDiag">
              <a:fgClr>
                <a:srgbClr val="92D050"/>
              </a:fgClr>
              <a:bgClr>
                <a:schemeClr val="bg2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평행 사변형 87">
              <a:extLst>
                <a:ext uri="{FF2B5EF4-FFF2-40B4-BE49-F238E27FC236}">
                  <a16:creationId xmlns:a16="http://schemas.microsoft.com/office/drawing/2014/main" id="{018E23E7-9FDB-DD02-AC1D-B785926B3F94}"/>
                </a:ext>
              </a:extLst>
            </p:cNvPr>
            <p:cNvSpPr/>
            <p:nvPr/>
          </p:nvSpPr>
          <p:spPr>
            <a:xfrm>
              <a:off x="18404684" y="-7466937"/>
              <a:ext cx="1596625" cy="767443"/>
            </a:xfrm>
            <a:prstGeom prst="parallelogram">
              <a:avLst>
                <a:gd name="adj" fmla="val 100179"/>
              </a:avLst>
            </a:prstGeom>
            <a:pattFill prst="wdDnDiag">
              <a:fgClr>
                <a:srgbClr val="92D050"/>
              </a:fgClr>
              <a:bgClr>
                <a:schemeClr val="bg2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9" name="타원 88">
              <a:extLst>
                <a:ext uri="{FF2B5EF4-FFF2-40B4-BE49-F238E27FC236}">
                  <a16:creationId xmlns:a16="http://schemas.microsoft.com/office/drawing/2014/main" id="{CDADE4CF-09A0-6C00-E7EC-5D6F15B60BAB}"/>
                </a:ext>
              </a:extLst>
            </p:cNvPr>
            <p:cNvSpPr/>
            <p:nvPr/>
          </p:nvSpPr>
          <p:spPr>
            <a:xfrm>
              <a:off x="4748534" y="4986548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B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0" name="타원 89">
              <a:extLst>
                <a:ext uri="{FF2B5EF4-FFF2-40B4-BE49-F238E27FC236}">
                  <a16:creationId xmlns:a16="http://schemas.microsoft.com/office/drawing/2014/main" id="{A00B33D9-6FDD-12DF-03E0-AD88FF52D70C}"/>
                </a:ext>
              </a:extLst>
            </p:cNvPr>
            <p:cNvSpPr/>
            <p:nvPr/>
          </p:nvSpPr>
          <p:spPr>
            <a:xfrm>
              <a:off x="5044126" y="3291515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C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1" name="타원 90">
              <a:extLst>
                <a:ext uri="{FF2B5EF4-FFF2-40B4-BE49-F238E27FC236}">
                  <a16:creationId xmlns:a16="http://schemas.microsoft.com/office/drawing/2014/main" id="{9F6B0272-DEF2-5971-6F91-DA6626973228}"/>
                </a:ext>
              </a:extLst>
            </p:cNvPr>
            <p:cNvSpPr/>
            <p:nvPr/>
          </p:nvSpPr>
          <p:spPr>
            <a:xfrm>
              <a:off x="5615793" y="4264811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D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2" name="타원 91">
              <a:extLst>
                <a:ext uri="{FF2B5EF4-FFF2-40B4-BE49-F238E27FC236}">
                  <a16:creationId xmlns:a16="http://schemas.microsoft.com/office/drawing/2014/main" id="{D42E4416-AF65-BE9E-3BBA-E7700D61757F}"/>
                </a:ext>
              </a:extLst>
            </p:cNvPr>
            <p:cNvSpPr/>
            <p:nvPr/>
          </p:nvSpPr>
          <p:spPr>
            <a:xfrm>
              <a:off x="6461662" y="2230370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5643330D-3ABE-F10B-5C40-83D20A57A275}"/>
                </a:ext>
              </a:extLst>
            </p:cNvPr>
            <p:cNvSpPr txBox="1"/>
            <p:nvPr/>
          </p:nvSpPr>
          <p:spPr>
            <a:xfrm>
              <a:off x="-1447800" y="-11544300"/>
              <a:ext cx="8251400" cy="28007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800" b="1" dirty="0"/>
                <a:t>숲 스테이지</a:t>
              </a:r>
              <a:endParaRPr lang="en-US" altLang="ko-KR" sz="8800" b="1" dirty="0"/>
            </a:p>
            <a:p>
              <a:endParaRPr lang="ko-KR" altLang="en-US" sz="8800" b="1" dirty="0"/>
            </a:p>
          </p:txBody>
        </p:sp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9A50D19-8114-FB5E-55EF-A07FDD2227B1}"/>
                </a:ext>
              </a:extLst>
            </p:cNvPr>
            <p:cNvSpPr/>
            <p:nvPr/>
          </p:nvSpPr>
          <p:spPr>
            <a:xfrm>
              <a:off x="7392077" y="158881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F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DC821E21-12C0-0FED-E59B-D39747B7D4E1}"/>
                </a:ext>
              </a:extLst>
            </p:cNvPr>
            <p:cNvSpPr/>
            <p:nvPr/>
          </p:nvSpPr>
          <p:spPr>
            <a:xfrm>
              <a:off x="11231986" y="-3385254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H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" name="타원 4">
              <a:extLst>
                <a:ext uri="{FF2B5EF4-FFF2-40B4-BE49-F238E27FC236}">
                  <a16:creationId xmlns:a16="http://schemas.microsoft.com/office/drawing/2014/main" id="{8FBD0E50-81DF-AE76-CAD6-D4486C3CBBD9}"/>
                </a:ext>
              </a:extLst>
            </p:cNvPr>
            <p:cNvSpPr/>
            <p:nvPr/>
          </p:nvSpPr>
          <p:spPr>
            <a:xfrm>
              <a:off x="9742288" y="-1353444"/>
              <a:ext cx="341938" cy="353801"/>
            </a:xfrm>
            <a:prstGeom prst="ellipse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G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B1E2AD43-8AC5-42FE-823C-B2075E384DAB}"/>
                </a:ext>
              </a:extLst>
            </p:cNvPr>
            <p:cNvSpPr/>
            <p:nvPr/>
          </p:nvSpPr>
          <p:spPr>
            <a:xfrm>
              <a:off x="11231986" y="-1931754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J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F99B790A-766F-A7F5-79B8-F08E26327FD9}"/>
                </a:ext>
              </a:extLst>
            </p:cNvPr>
            <p:cNvSpPr/>
            <p:nvPr/>
          </p:nvSpPr>
          <p:spPr>
            <a:xfrm>
              <a:off x="12639981" y="-2519368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K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6" name="타원 35">
              <a:extLst>
                <a:ext uri="{FF2B5EF4-FFF2-40B4-BE49-F238E27FC236}">
                  <a16:creationId xmlns:a16="http://schemas.microsoft.com/office/drawing/2014/main" id="{2BBE8C3A-AEEF-11AD-CFCB-C953FE6778DA}"/>
                </a:ext>
              </a:extLst>
            </p:cNvPr>
            <p:cNvSpPr/>
            <p:nvPr/>
          </p:nvSpPr>
          <p:spPr>
            <a:xfrm>
              <a:off x="12981919" y="-3888937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I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FAC138AC-14F2-2F4B-9429-67C027F99B02}"/>
                </a:ext>
              </a:extLst>
            </p:cNvPr>
            <p:cNvSpPr/>
            <p:nvPr/>
          </p:nvSpPr>
          <p:spPr>
            <a:xfrm>
              <a:off x="6020322" y="-2691935"/>
              <a:ext cx="341938" cy="353801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dirty="0">
                  <a:solidFill>
                    <a:schemeClr val="tx1"/>
                  </a:solidFill>
                </a:rPr>
                <a:t>ㄱ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A9F18B96-383D-941C-169C-C259385D5606}"/>
                </a:ext>
              </a:extLst>
            </p:cNvPr>
            <p:cNvSpPr/>
            <p:nvPr/>
          </p:nvSpPr>
          <p:spPr>
            <a:xfrm>
              <a:off x="-893368" y="-97617"/>
              <a:ext cx="341938" cy="353801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dirty="0">
                  <a:solidFill>
                    <a:schemeClr val="tx1"/>
                  </a:solidFill>
                </a:rPr>
                <a:t>ㄴ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7" name="타원 46">
              <a:extLst>
                <a:ext uri="{FF2B5EF4-FFF2-40B4-BE49-F238E27FC236}">
                  <a16:creationId xmlns:a16="http://schemas.microsoft.com/office/drawing/2014/main" id="{05590292-402B-1504-D7AF-A1CD11D6EA10}"/>
                </a:ext>
              </a:extLst>
            </p:cNvPr>
            <p:cNvSpPr/>
            <p:nvPr/>
          </p:nvSpPr>
          <p:spPr>
            <a:xfrm>
              <a:off x="12144068" y="-8015614"/>
              <a:ext cx="341938" cy="353801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dirty="0">
                  <a:solidFill>
                    <a:schemeClr val="tx1"/>
                  </a:solidFill>
                </a:rPr>
                <a:t>ㄷ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타원 47">
              <a:extLst>
                <a:ext uri="{FF2B5EF4-FFF2-40B4-BE49-F238E27FC236}">
                  <a16:creationId xmlns:a16="http://schemas.microsoft.com/office/drawing/2014/main" id="{2F849D0E-C86D-8FC0-55D1-777B6E548987}"/>
                </a:ext>
              </a:extLst>
            </p:cNvPr>
            <p:cNvSpPr/>
            <p:nvPr/>
          </p:nvSpPr>
          <p:spPr>
            <a:xfrm>
              <a:off x="22038613" y="5620649"/>
              <a:ext cx="341938" cy="353801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dirty="0">
                  <a:solidFill>
                    <a:schemeClr val="tx1"/>
                  </a:solidFill>
                </a:rPr>
                <a:t>ㄹ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9" name="타원 48">
              <a:extLst>
                <a:ext uri="{FF2B5EF4-FFF2-40B4-BE49-F238E27FC236}">
                  <a16:creationId xmlns:a16="http://schemas.microsoft.com/office/drawing/2014/main" id="{45E245B4-9840-2036-7879-58CF99841C60}"/>
                </a:ext>
              </a:extLst>
            </p:cNvPr>
            <p:cNvSpPr/>
            <p:nvPr/>
          </p:nvSpPr>
          <p:spPr>
            <a:xfrm>
              <a:off x="32263496" y="2530017"/>
              <a:ext cx="341938" cy="353801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dirty="0">
                  <a:solidFill>
                    <a:schemeClr val="tx1"/>
                  </a:solidFill>
                </a:rPr>
                <a:t>ㅁ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8" name="타원 57">
              <a:extLst>
                <a:ext uri="{FF2B5EF4-FFF2-40B4-BE49-F238E27FC236}">
                  <a16:creationId xmlns:a16="http://schemas.microsoft.com/office/drawing/2014/main" id="{AD0AFD50-9C67-8E78-DC78-DCBBFDE1D33B}"/>
                </a:ext>
              </a:extLst>
            </p:cNvPr>
            <p:cNvSpPr/>
            <p:nvPr/>
          </p:nvSpPr>
          <p:spPr>
            <a:xfrm>
              <a:off x="10602421" y="3291514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P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2" name="타원 71">
              <a:extLst>
                <a:ext uri="{FF2B5EF4-FFF2-40B4-BE49-F238E27FC236}">
                  <a16:creationId xmlns:a16="http://schemas.microsoft.com/office/drawing/2014/main" id="{16FDBC45-E0F9-B3A3-D38F-3D44C0D85428}"/>
                </a:ext>
              </a:extLst>
            </p:cNvPr>
            <p:cNvSpPr/>
            <p:nvPr/>
          </p:nvSpPr>
          <p:spPr>
            <a:xfrm>
              <a:off x="11345507" y="2435666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Q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5A9E81DF-FF2E-6E9E-8542-D137E78A8A1E}"/>
                </a:ext>
              </a:extLst>
            </p:cNvPr>
            <p:cNvSpPr/>
            <p:nvPr/>
          </p:nvSpPr>
          <p:spPr>
            <a:xfrm>
              <a:off x="9709890" y="2645695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O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A4531A3A-8C1A-B820-9C81-4EA174996CC1}"/>
                </a:ext>
              </a:extLst>
            </p:cNvPr>
            <p:cNvSpPr/>
            <p:nvPr/>
          </p:nvSpPr>
          <p:spPr>
            <a:xfrm>
              <a:off x="2585294" y="991291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N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BA3CAC1A-D104-B79D-80D4-E4CD74A09FE2}"/>
                </a:ext>
              </a:extLst>
            </p:cNvPr>
            <p:cNvSpPr/>
            <p:nvPr/>
          </p:nvSpPr>
          <p:spPr>
            <a:xfrm>
              <a:off x="2777887" y="-2391920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M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6" name="타원 75">
              <a:extLst>
                <a:ext uri="{FF2B5EF4-FFF2-40B4-BE49-F238E27FC236}">
                  <a16:creationId xmlns:a16="http://schemas.microsoft.com/office/drawing/2014/main" id="{CB16D00E-2CB1-2310-DC3F-144C905002C2}"/>
                </a:ext>
              </a:extLst>
            </p:cNvPr>
            <p:cNvSpPr/>
            <p:nvPr/>
          </p:nvSpPr>
          <p:spPr>
            <a:xfrm>
              <a:off x="9162601" y="-3739055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L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7" name="타원 76">
              <a:extLst>
                <a:ext uri="{FF2B5EF4-FFF2-40B4-BE49-F238E27FC236}">
                  <a16:creationId xmlns:a16="http://schemas.microsoft.com/office/drawing/2014/main" id="{09B22A46-3757-218A-62D2-AB879B0EC67C}"/>
                </a:ext>
              </a:extLst>
            </p:cNvPr>
            <p:cNvSpPr/>
            <p:nvPr/>
          </p:nvSpPr>
          <p:spPr>
            <a:xfrm>
              <a:off x="13516193" y="3053449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R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8" name="타원 77">
              <a:extLst>
                <a:ext uri="{FF2B5EF4-FFF2-40B4-BE49-F238E27FC236}">
                  <a16:creationId xmlns:a16="http://schemas.microsoft.com/office/drawing/2014/main" id="{493409C0-CDF6-6923-E0B9-5CB543E6A222}"/>
                </a:ext>
              </a:extLst>
            </p:cNvPr>
            <p:cNvSpPr/>
            <p:nvPr/>
          </p:nvSpPr>
          <p:spPr>
            <a:xfrm>
              <a:off x="17812227" y="600661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9" name="타원 78">
              <a:extLst>
                <a:ext uri="{FF2B5EF4-FFF2-40B4-BE49-F238E27FC236}">
                  <a16:creationId xmlns:a16="http://schemas.microsoft.com/office/drawing/2014/main" id="{CC53E544-8B86-E33F-7E4D-1B8A5F4A094C}"/>
                </a:ext>
              </a:extLst>
            </p:cNvPr>
            <p:cNvSpPr/>
            <p:nvPr/>
          </p:nvSpPr>
          <p:spPr>
            <a:xfrm>
              <a:off x="17641254" y="2391220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0" name="타원 79">
              <a:extLst>
                <a:ext uri="{FF2B5EF4-FFF2-40B4-BE49-F238E27FC236}">
                  <a16:creationId xmlns:a16="http://schemas.microsoft.com/office/drawing/2014/main" id="{F1454D0E-A874-36EA-E079-1843770BE1C3}"/>
                </a:ext>
              </a:extLst>
            </p:cNvPr>
            <p:cNvSpPr/>
            <p:nvPr/>
          </p:nvSpPr>
          <p:spPr>
            <a:xfrm>
              <a:off x="18822090" y="742842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U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4" name="타원 93">
              <a:extLst>
                <a:ext uri="{FF2B5EF4-FFF2-40B4-BE49-F238E27FC236}">
                  <a16:creationId xmlns:a16="http://schemas.microsoft.com/office/drawing/2014/main" id="{F595FB72-691F-A30F-F487-E5CD205AD84B}"/>
                </a:ext>
              </a:extLst>
            </p:cNvPr>
            <p:cNvSpPr/>
            <p:nvPr/>
          </p:nvSpPr>
          <p:spPr>
            <a:xfrm>
              <a:off x="18639909" y="-19973"/>
              <a:ext cx="341938" cy="353801"/>
            </a:xfrm>
            <a:prstGeom prst="ellipse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V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5" name="타원 94">
              <a:extLst>
                <a:ext uri="{FF2B5EF4-FFF2-40B4-BE49-F238E27FC236}">
                  <a16:creationId xmlns:a16="http://schemas.microsoft.com/office/drawing/2014/main" id="{C9D745A0-6681-9C96-3C52-24C7FF1E2277}"/>
                </a:ext>
              </a:extLst>
            </p:cNvPr>
            <p:cNvSpPr/>
            <p:nvPr/>
          </p:nvSpPr>
          <p:spPr>
            <a:xfrm>
              <a:off x="20260420" y="-1353445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W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6" name="타원 95">
              <a:extLst>
                <a:ext uri="{FF2B5EF4-FFF2-40B4-BE49-F238E27FC236}">
                  <a16:creationId xmlns:a16="http://schemas.microsoft.com/office/drawing/2014/main" id="{0CBB984E-E8B8-BC84-1F03-FE8BD2DDDD81}"/>
                </a:ext>
              </a:extLst>
            </p:cNvPr>
            <p:cNvSpPr/>
            <p:nvPr/>
          </p:nvSpPr>
          <p:spPr>
            <a:xfrm>
              <a:off x="20793820" y="-933323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X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41CADC44-F086-CA73-1F4B-196C8C84F05C}"/>
                </a:ext>
              </a:extLst>
            </p:cNvPr>
            <p:cNvSpPr/>
            <p:nvPr/>
          </p:nvSpPr>
          <p:spPr>
            <a:xfrm>
              <a:off x="22209582" y="293314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Y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8" name="타원 97">
              <a:extLst>
                <a:ext uri="{FF2B5EF4-FFF2-40B4-BE49-F238E27FC236}">
                  <a16:creationId xmlns:a16="http://schemas.microsoft.com/office/drawing/2014/main" id="{4113AF6E-3AF1-1E0E-F4EB-C54F4852D44B}"/>
                </a:ext>
              </a:extLst>
            </p:cNvPr>
            <p:cNvSpPr/>
            <p:nvPr/>
          </p:nvSpPr>
          <p:spPr>
            <a:xfrm>
              <a:off x="23760756" y="310243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Z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9" name="타원 98">
              <a:extLst>
                <a:ext uri="{FF2B5EF4-FFF2-40B4-BE49-F238E27FC236}">
                  <a16:creationId xmlns:a16="http://schemas.microsoft.com/office/drawing/2014/main" id="{F81ADBDE-5E61-7DB9-E135-B1E01F77C1BB}"/>
                </a:ext>
              </a:extLst>
            </p:cNvPr>
            <p:cNvSpPr/>
            <p:nvPr/>
          </p:nvSpPr>
          <p:spPr>
            <a:xfrm>
              <a:off x="26162561" y="3338366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b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0" name="타원 99">
              <a:extLst>
                <a:ext uri="{FF2B5EF4-FFF2-40B4-BE49-F238E27FC236}">
                  <a16:creationId xmlns:a16="http://schemas.microsoft.com/office/drawing/2014/main" id="{A5C38EBA-43F3-B7B0-CF13-C1413C30F562}"/>
                </a:ext>
              </a:extLst>
            </p:cNvPr>
            <p:cNvSpPr/>
            <p:nvPr/>
          </p:nvSpPr>
          <p:spPr>
            <a:xfrm>
              <a:off x="26128517" y="1665074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a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id="{785FC89B-285E-E993-6A51-9315B4270D43}"/>
                </a:ext>
              </a:extLst>
            </p:cNvPr>
            <p:cNvSpPr/>
            <p:nvPr/>
          </p:nvSpPr>
          <p:spPr>
            <a:xfrm>
              <a:off x="27874677" y="2686949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2" name="타원 101">
              <a:extLst>
                <a:ext uri="{FF2B5EF4-FFF2-40B4-BE49-F238E27FC236}">
                  <a16:creationId xmlns:a16="http://schemas.microsoft.com/office/drawing/2014/main" id="{25B16E81-B3BF-2B2A-87F1-C69785FAE41E}"/>
                </a:ext>
              </a:extLst>
            </p:cNvPr>
            <p:cNvSpPr/>
            <p:nvPr/>
          </p:nvSpPr>
          <p:spPr>
            <a:xfrm>
              <a:off x="25097012" y="4825846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d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3" name="타원 102">
              <a:extLst>
                <a:ext uri="{FF2B5EF4-FFF2-40B4-BE49-F238E27FC236}">
                  <a16:creationId xmlns:a16="http://schemas.microsoft.com/office/drawing/2014/main" id="{17A9C2B4-79BF-E664-3489-354CC056E16D}"/>
                </a:ext>
              </a:extLst>
            </p:cNvPr>
            <p:cNvSpPr/>
            <p:nvPr/>
          </p:nvSpPr>
          <p:spPr>
            <a:xfrm>
              <a:off x="25775612" y="4277541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c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4" name="타원 103">
              <a:extLst>
                <a:ext uri="{FF2B5EF4-FFF2-40B4-BE49-F238E27FC236}">
                  <a16:creationId xmlns:a16="http://schemas.microsoft.com/office/drawing/2014/main" id="{CB698168-BC22-F3F3-716D-2E94A8D541F7}"/>
                </a:ext>
              </a:extLst>
            </p:cNvPr>
            <p:cNvSpPr/>
            <p:nvPr/>
          </p:nvSpPr>
          <p:spPr>
            <a:xfrm>
              <a:off x="27529270" y="-1431203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f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5" name="타원 104">
              <a:extLst>
                <a:ext uri="{FF2B5EF4-FFF2-40B4-BE49-F238E27FC236}">
                  <a16:creationId xmlns:a16="http://schemas.microsoft.com/office/drawing/2014/main" id="{83F7A49A-8048-6EEC-F2A2-5DE7AE940705}"/>
                </a:ext>
              </a:extLst>
            </p:cNvPr>
            <p:cNvSpPr/>
            <p:nvPr/>
          </p:nvSpPr>
          <p:spPr>
            <a:xfrm>
              <a:off x="27927300" y="-1910167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g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A715F023-26F7-BEED-8CBF-7A28BA40C0A3}"/>
                </a:ext>
              </a:extLst>
            </p:cNvPr>
            <p:cNvSpPr/>
            <p:nvPr/>
          </p:nvSpPr>
          <p:spPr>
            <a:xfrm>
              <a:off x="23526958" y="-5151704"/>
              <a:ext cx="341938" cy="353801"/>
            </a:xfrm>
            <a:prstGeom prst="ellipse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i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7" name="직각 삼각형 106">
              <a:extLst>
                <a:ext uri="{FF2B5EF4-FFF2-40B4-BE49-F238E27FC236}">
                  <a16:creationId xmlns:a16="http://schemas.microsoft.com/office/drawing/2014/main" id="{2ADB3176-91F9-B186-3BDF-71D6AA030F1D}"/>
                </a:ext>
              </a:extLst>
            </p:cNvPr>
            <p:cNvSpPr/>
            <p:nvPr/>
          </p:nvSpPr>
          <p:spPr>
            <a:xfrm>
              <a:off x="27698700" y="-6038850"/>
              <a:ext cx="2336800" cy="2104529"/>
            </a:xfrm>
            <a:prstGeom prst="rtTriangle">
              <a:avLst/>
            </a:prstGeom>
            <a:pattFill prst="wdUpDiag">
              <a:fgClr>
                <a:schemeClr val="accent2"/>
              </a:fgClr>
              <a:bgClr>
                <a:schemeClr val="bg2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8" name="직사각형 107">
              <a:extLst>
                <a:ext uri="{FF2B5EF4-FFF2-40B4-BE49-F238E27FC236}">
                  <a16:creationId xmlns:a16="http://schemas.microsoft.com/office/drawing/2014/main" id="{0047E1E3-2593-728E-54F4-78B58D4B9645}"/>
                </a:ext>
              </a:extLst>
            </p:cNvPr>
            <p:cNvSpPr/>
            <p:nvPr/>
          </p:nvSpPr>
          <p:spPr>
            <a:xfrm rot="5400000">
              <a:off x="28466376" y="-4705394"/>
              <a:ext cx="802113" cy="2336133"/>
            </a:xfrm>
            <a:prstGeom prst="rect">
              <a:avLst/>
            </a:prstGeom>
            <a:pattFill prst="wdUpDiag">
              <a:fgClr>
                <a:schemeClr val="accent2"/>
              </a:fgClr>
              <a:bgClr>
                <a:schemeClr val="bg2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타원 108">
              <a:extLst>
                <a:ext uri="{FF2B5EF4-FFF2-40B4-BE49-F238E27FC236}">
                  <a16:creationId xmlns:a16="http://schemas.microsoft.com/office/drawing/2014/main" id="{4C6B4129-FB16-CEAF-A8DA-FAEB385BD1B7}"/>
                </a:ext>
              </a:extLst>
            </p:cNvPr>
            <p:cNvSpPr/>
            <p:nvPr/>
          </p:nvSpPr>
          <p:spPr>
            <a:xfrm>
              <a:off x="22581086" y="-4710947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h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0" name="타원 109">
              <a:extLst>
                <a:ext uri="{FF2B5EF4-FFF2-40B4-BE49-F238E27FC236}">
                  <a16:creationId xmlns:a16="http://schemas.microsoft.com/office/drawing/2014/main" id="{31088694-45AA-DCD2-EE2E-A64576E53942}"/>
                </a:ext>
              </a:extLst>
            </p:cNvPr>
            <p:cNvSpPr/>
            <p:nvPr/>
          </p:nvSpPr>
          <p:spPr>
            <a:xfrm>
              <a:off x="22923024" y="-5661160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j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1" name="타원 110">
              <a:extLst>
                <a:ext uri="{FF2B5EF4-FFF2-40B4-BE49-F238E27FC236}">
                  <a16:creationId xmlns:a16="http://schemas.microsoft.com/office/drawing/2014/main" id="{97ED7FBF-946A-4DC4-E96B-E4CC2B57DAA9}"/>
                </a:ext>
              </a:extLst>
            </p:cNvPr>
            <p:cNvSpPr/>
            <p:nvPr/>
          </p:nvSpPr>
          <p:spPr>
            <a:xfrm>
              <a:off x="25206568" y="-4519619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l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2" name="타원 111">
              <a:extLst>
                <a:ext uri="{FF2B5EF4-FFF2-40B4-BE49-F238E27FC236}">
                  <a16:creationId xmlns:a16="http://schemas.microsoft.com/office/drawing/2014/main" id="{6D9C1186-3D77-6B5C-D867-5AACF17EF1CF}"/>
                </a:ext>
              </a:extLst>
            </p:cNvPr>
            <p:cNvSpPr/>
            <p:nvPr/>
          </p:nvSpPr>
          <p:spPr>
            <a:xfrm>
              <a:off x="24811319" y="-5661161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k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3" name="타원 112">
              <a:extLst>
                <a:ext uri="{FF2B5EF4-FFF2-40B4-BE49-F238E27FC236}">
                  <a16:creationId xmlns:a16="http://schemas.microsoft.com/office/drawing/2014/main" id="{533C3456-E9E8-A813-3611-91622D40C0FD}"/>
                </a:ext>
              </a:extLst>
            </p:cNvPr>
            <p:cNvSpPr/>
            <p:nvPr/>
          </p:nvSpPr>
          <p:spPr>
            <a:xfrm>
              <a:off x="26231799" y="-5848365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n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4" name="타원 113">
              <a:extLst>
                <a:ext uri="{FF2B5EF4-FFF2-40B4-BE49-F238E27FC236}">
                  <a16:creationId xmlns:a16="http://schemas.microsoft.com/office/drawing/2014/main" id="{64D5FC92-23B0-DBD7-78D2-F049CC67D80E}"/>
                </a:ext>
              </a:extLst>
            </p:cNvPr>
            <p:cNvSpPr/>
            <p:nvPr/>
          </p:nvSpPr>
          <p:spPr>
            <a:xfrm>
              <a:off x="26382463" y="-5025307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m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5" name="타원 114">
              <a:extLst>
                <a:ext uri="{FF2B5EF4-FFF2-40B4-BE49-F238E27FC236}">
                  <a16:creationId xmlns:a16="http://schemas.microsoft.com/office/drawing/2014/main" id="{4FEF6DCE-8715-88BC-1D28-0C1110EFA6F8}"/>
                </a:ext>
              </a:extLst>
            </p:cNvPr>
            <p:cNvSpPr/>
            <p:nvPr/>
          </p:nvSpPr>
          <p:spPr>
            <a:xfrm>
              <a:off x="21681402" y="-7132031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p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6" name="타원 115">
              <a:extLst>
                <a:ext uri="{FF2B5EF4-FFF2-40B4-BE49-F238E27FC236}">
                  <a16:creationId xmlns:a16="http://schemas.microsoft.com/office/drawing/2014/main" id="{5BE4F336-8982-A29D-3667-4A29BA773AE0}"/>
                </a:ext>
              </a:extLst>
            </p:cNvPr>
            <p:cNvSpPr/>
            <p:nvPr/>
          </p:nvSpPr>
          <p:spPr>
            <a:xfrm>
              <a:off x="16272556" y="-7175903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q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7" name="타원 116">
              <a:extLst>
                <a:ext uri="{FF2B5EF4-FFF2-40B4-BE49-F238E27FC236}">
                  <a16:creationId xmlns:a16="http://schemas.microsoft.com/office/drawing/2014/main" id="{2EA873AC-96F0-FE0C-862D-420DED873D49}"/>
                </a:ext>
              </a:extLst>
            </p:cNvPr>
            <p:cNvSpPr/>
            <p:nvPr/>
          </p:nvSpPr>
          <p:spPr>
            <a:xfrm>
              <a:off x="22581086" y="-7359356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o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9" name="타원 118">
              <a:extLst>
                <a:ext uri="{FF2B5EF4-FFF2-40B4-BE49-F238E27FC236}">
                  <a16:creationId xmlns:a16="http://schemas.microsoft.com/office/drawing/2014/main" id="{1A776685-1047-9B20-A728-384017B3055F}"/>
                </a:ext>
              </a:extLst>
            </p:cNvPr>
            <p:cNvSpPr/>
            <p:nvPr/>
          </p:nvSpPr>
          <p:spPr>
            <a:xfrm>
              <a:off x="2299544" y="2667691"/>
              <a:ext cx="341938" cy="353801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1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20" name="타원 119">
              <a:extLst>
                <a:ext uri="{FF2B5EF4-FFF2-40B4-BE49-F238E27FC236}">
                  <a16:creationId xmlns:a16="http://schemas.microsoft.com/office/drawing/2014/main" id="{9E93D78D-CF2D-CB11-B724-C3A3F16DA293}"/>
                </a:ext>
              </a:extLst>
            </p:cNvPr>
            <p:cNvSpPr/>
            <p:nvPr/>
          </p:nvSpPr>
          <p:spPr>
            <a:xfrm>
              <a:off x="7938344" y="2000941"/>
              <a:ext cx="341938" cy="353801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2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21" name="타원 120">
              <a:extLst>
                <a:ext uri="{FF2B5EF4-FFF2-40B4-BE49-F238E27FC236}">
                  <a16:creationId xmlns:a16="http://schemas.microsoft.com/office/drawing/2014/main" id="{21C33814-0EBC-1203-D5D1-BEE221A71384}"/>
                </a:ext>
              </a:extLst>
            </p:cNvPr>
            <p:cNvSpPr/>
            <p:nvPr/>
          </p:nvSpPr>
          <p:spPr>
            <a:xfrm>
              <a:off x="27197894" y="1772341"/>
              <a:ext cx="341938" cy="353801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3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252703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사다리꼴 29">
            <a:extLst>
              <a:ext uri="{FF2B5EF4-FFF2-40B4-BE49-F238E27FC236}">
                <a16:creationId xmlns:a16="http://schemas.microsoft.com/office/drawing/2014/main" id="{BBA5200F-35B2-89FC-0450-1CBAEA985786}"/>
              </a:ext>
            </a:extLst>
          </p:cNvPr>
          <p:cNvSpPr/>
          <p:nvPr/>
        </p:nvSpPr>
        <p:spPr>
          <a:xfrm rot="19007928">
            <a:off x="1708183" y="1475002"/>
            <a:ext cx="1361607" cy="1905388"/>
          </a:xfrm>
          <a:prstGeom prst="trapezoid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평행 사변형 48">
            <a:extLst>
              <a:ext uri="{FF2B5EF4-FFF2-40B4-BE49-F238E27FC236}">
                <a16:creationId xmlns:a16="http://schemas.microsoft.com/office/drawing/2014/main" id="{855BBD3F-BC0E-8E1C-C87C-DE52F175D267}"/>
              </a:ext>
            </a:extLst>
          </p:cNvPr>
          <p:cNvSpPr/>
          <p:nvPr/>
        </p:nvSpPr>
        <p:spPr>
          <a:xfrm>
            <a:off x="482914" y="-332350"/>
            <a:ext cx="3054526" cy="2305719"/>
          </a:xfrm>
          <a:prstGeom prst="parallelogram">
            <a:avLst>
              <a:gd name="adj" fmla="val 74359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평행 사변형 30">
            <a:extLst>
              <a:ext uri="{FF2B5EF4-FFF2-40B4-BE49-F238E27FC236}">
                <a16:creationId xmlns:a16="http://schemas.microsoft.com/office/drawing/2014/main" id="{914B809C-F102-D36A-7817-B795D155CE88}"/>
              </a:ext>
            </a:extLst>
          </p:cNvPr>
          <p:cNvSpPr/>
          <p:nvPr/>
        </p:nvSpPr>
        <p:spPr>
          <a:xfrm rot="3308597">
            <a:off x="11829593" y="8400037"/>
            <a:ext cx="2444354" cy="2237439"/>
          </a:xfrm>
          <a:prstGeom prst="parallelogram">
            <a:avLst>
              <a:gd name="adj" fmla="val 65079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16DB8F6-D663-193D-3824-2740AE215D59}"/>
              </a:ext>
            </a:extLst>
          </p:cNvPr>
          <p:cNvSpPr txBox="1"/>
          <p:nvPr/>
        </p:nvSpPr>
        <p:spPr>
          <a:xfrm>
            <a:off x="-7909401" y="-5887185"/>
            <a:ext cx="8251400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800" b="1" dirty="0"/>
              <a:t>물 스테이지</a:t>
            </a:r>
            <a:endParaRPr lang="en-US" altLang="ko-KR" sz="8800" b="1" dirty="0"/>
          </a:p>
          <a:p>
            <a:endParaRPr lang="ko-KR" altLang="en-US" sz="8800" b="1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950A2DE-1454-586A-A229-36237F872EE9}"/>
              </a:ext>
            </a:extLst>
          </p:cNvPr>
          <p:cNvSpPr/>
          <p:nvPr/>
        </p:nvSpPr>
        <p:spPr>
          <a:xfrm rot="2498907">
            <a:off x="4403230" y="11624615"/>
            <a:ext cx="1162050" cy="234950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5288A32-DD21-68BC-1910-9B6B8575015E}"/>
              </a:ext>
            </a:extLst>
          </p:cNvPr>
          <p:cNvSpPr/>
          <p:nvPr/>
        </p:nvSpPr>
        <p:spPr>
          <a:xfrm rot="7987669">
            <a:off x="6694525" y="9471965"/>
            <a:ext cx="3368900" cy="521970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이등변 삼각형 5">
            <a:extLst>
              <a:ext uri="{FF2B5EF4-FFF2-40B4-BE49-F238E27FC236}">
                <a16:creationId xmlns:a16="http://schemas.microsoft.com/office/drawing/2014/main" id="{9A65FA4C-3BC3-DC0A-14F0-FBC751C3810E}"/>
              </a:ext>
            </a:extLst>
          </p:cNvPr>
          <p:cNvSpPr/>
          <p:nvPr/>
        </p:nvSpPr>
        <p:spPr>
          <a:xfrm>
            <a:off x="5322689" y="12342312"/>
            <a:ext cx="1898993" cy="961878"/>
          </a:xfrm>
          <a:prstGeom prst="triangle">
            <a:avLst>
              <a:gd name="adj" fmla="val 44726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막힌 원호 6">
            <a:extLst>
              <a:ext uri="{FF2B5EF4-FFF2-40B4-BE49-F238E27FC236}">
                <a16:creationId xmlns:a16="http://schemas.microsoft.com/office/drawing/2014/main" id="{C65BA3D4-455B-38D7-03AC-662016E760AE}"/>
              </a:ext>
            </a:extLst>
          </p:cNvPr>
          <p:cNvSpPr/>
          <p:nvPr/>
        </p:nvSpPr>
        <p:spPr>
          <a:xfrm rot="2578595">
            <a:off x="6920835" y="7975493"/>
            <a:ext cx="5207346" cy="5734707"/>
          </a:xfrm>
          <a:prstGeom prst="blockArc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평행 사변형 7">
            <a:extLst>
              <a:ext uri="{FF2B5EF4-FFF2-40B4-BE49-F238E27FC236}">
                <a16:creationId xmlns:a16="http://schemas.microsoft.com/office/drawing/2014/main" id="{9D03CA93-BB08-6106-179B-4A7205327BB7}"/>
              </a:ext>
            </a:extLst>
          </p:cNvPr>
          <p:cNvSpPr/>
          <p:nvPr/>
        </p:nvSpPr>
        <p:spPr>
          <a:xfrm rot="18817052">
            <a:off x="4579526" y="5702811"/>
            <a:ext cx="3970918" cy="3655163"/>
          </a:xfrm>
          <a:prstGeom prst="parallelogram">
            <a:avLst>
              <a:gd name="adj" fmla="val 65079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평행 사변형 15">
            <a:extLst>
              <a:ext uri="{FF2B5EF4-FFF2-40B4-BE49-F238E27FC236}">
                <a16:creationId xmlns:a16="http://schemas.microsoft.com/office/drawing/2014/main" id="{82E91948-4F1C-65E0-42FB-37E97D949407}"/>
              </a:ext>
            </a:extLst>
          </p:cNvPr>
          <p:cNvSpPr/>
          <p:nvPr/>
        </p:nvSpPr>
        <p:spPr>
          <a:xfrm rot="1004215">
            <a:off x="3559772" y="2178915"/>
            <a:ext cx="4153125" cy="6218044"/>
          </a:xfrm>
          <a:prstGeom prst="parallelogram">
            <a:avLst>
              <a:gd name="adj" fmla="val 74359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다리꼴 16">
            <a:extLst>
              <a:ext uri="{FF2B5EF4-FFF2-40B4-BE49-F238E27FC236}">
                <a16:creationId xmlns:a16="http://schemas.microsoft.com/office/drawing/2014/main" id="{09335150-0F26-A89B-4554-51A212CAA5CA}"/>
              </a:ext>
            </a:extLst>
          </p:cNvPr>
          <p:cNvSpPr/>
          <p:nvPr/>
        </p:nvSpPr>
        <p:spPr>
          <a:xfrm rot="18886749">
            <a:off x="4049545" y="3496588"/>
            <a:ext cx="899655" cy="1905388"/>
          </a:xfrm>
          <a:prstGeom prst="trapezoid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E1CF1AF-BCCE-A2D9-7C71-9BA5F0320B4B}"/>
              </a:ext>
            </a:extLst>
          </p:cNvPr>
          <p:cNvSpPr/>
          <p:nvPr/>
        </p:nvSpPr>
        <p:spPr>
          <a:xfrm rot="6549008">
            <a:off x="1256559" y="6696867"/>
            <a:ext cx="876300" cy="2045112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7C50A18-7DC1-BDD2-23F7-CF9193DB5FF5}"/>
              </a:ext>
            </a:extLst>
          </p:cNvPr>
          <p:cNvSpPr/>
          <p:nvPr/>
        </p:nvSpPr>
        <p:spPr>
          <a:xfrm>
            <a:off x="-1946588" y="-1403740"/>
            <a:ext cx="9398000" cy="1055272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5C5774B-F203-E16B-6F65-BE34460DBD54}"/>
              </a:ext>
            </a:extLst>
          </p:cNvPr>
          <p:cNvSpPr/>
          <p:nvPr/>
        </p:nvSpPr>
        <p:spPr>
          <a:xfrm rot="6552221">
            <a:off x="2659783" y="7708804"/>
            <a:ext cx="863370" cy="1000643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다리꼴 20">
            <a:extLst>
              <a:ext uri="{FF2B5EF4-FFF2-40B4-BE49-F238E27FC236}">
                <a16:creationId xmlns:a16="http://schemas.microsoft.com/office/drawing/2014/main" id="{93E0245A-5B8A-D913-91D3-2A48FA473079}"/>
              </a:ext>
            </a:extLst>
          </p:cNvPr>
          <p:cNvSpPr/>
          <p:nvPr/>
        </p:nvSpPr>
        <p:spPr>
          <a:xfrm rot="18697753">
            <a:off x="7883075" y="2863164"/>
            <a:ext cx="2278744" cy="2202543"/>
          </a:xfrm>
          <a:prstGeom prst="trapezoid">
            <a:avLst>
              <a:gd name="adj" fmla="val 31608"/>
            </a:avLst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각 삼각형 21">
            <a:extLst>
              <a:ext uri="{FF2B5EF4-FFF2-40B4-BE49-F238E27FC236}">
                <a16:creationId xmlns:a16="http://schemas.microsoft.com/office/drawing/2014/main" id="{FF0D9DB7-641D-6F18-02D3-0CDE19BFAA9E}"/>
              </a:ext>
            </a:extLst>
          </p:cNvPr>
          <p:cNvSpPr/>
          <p:nvPr/>
        </p:nvSpPr>
        <p:spPr>
          <a:xfrm rot="7879517">
            <a:off x="9384297" y="4405108"/>
            <a:ext cx="2262928" cy="1760096"/>
          </a:xfrm>
          <a:prstGeom prst="rtTriangl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다리꼴 23">
            <a:extLst>
              <a:ext uri="{FF2B5EF4-FFF2-40B4-BE49-F238E27FC236}">
                <a16:creationId xmlns:a16="http://schemas.microsoft.com/office/drawing/2014/main" id="{30464DA9-CE10-CF26-3F24-2731DE21CE00}"/>
              </a:ext>
            </a:extLst>
          </p:cNvPr>
          <p:cNvSpPr/>
          <p:nvPr/>
        </p:nvSpPr>
        <p:spPr>
          <a:xfrm rot="10156873">
            <a:off x="9196880" y="5274329"/>
            <a:ext cx="2905963" cy="1231349"/>
          </a:xfrm>
          <a:prstGeom prst="trapezoid">
            <a:avLst>
              <a:gd name="adj" fmla="val 89307"/>
            </a:avLst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다리꼴 25">
            <a:extLst>
              <a:ext uri="{FF2B5EF4-FFF2-40B4-BE49-F238E27FC236}">
                <a16:creationId xmlns:a16="http://schemas.microsoft.com/office/drawing/2014/main" id="{0983793D-2555-D372-C8EF-17772779DC4E}"/>
              </a:ext>
            </a:extLst>
          </p:cNvPr>
          <p:cNvSpPr/>
          <p:nvPr/>
        </p:nvSpPr>
        <p:spPr>
          <a:xfrm rot="13274892">
            <a:off x="9702551" y="2050941"/>
            <a:ext cx="4978897" cy="2756117"/>
          </a:xfrm>
          <a:prstGeom prst="trapezoid">
            <a:avLst>
              <a:gd name="adj" fmla="val 59548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다리꼴 27">
            <a:extLst>
              <a:ext uri="{FF2B5EF4-FFF2-40B4-BE49-F238E27FC236}">
                <a16:creationId xmlns:a16="http://schemas.microsoft.com/office/drawing/2014/main" id="{A3F55C35-B3F2-F8D2-A38C-F939A74AB278}"/>
              </a:ext>
            </a:extLst>
          </p:cNvPr>
          <p:cNvSpPr/>
          <p:nvPr/>
        </p:nvSpPr>
        <p:spPr>
          <a:xfrm rot="6707927">
            <a:off x="-3305801" y="4938280"/>
            <a:ext cx="4753643" cy="3555400"/>
          </a:xfrm>
          <a:prstGeom prst="trapezoid">
            <a:avLst>
              <a:gd name="adj" fmla="val 54219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C709BB20-D56A-684B-C3FA-5AEB57DFD889}"/>
              </a:ext>
            </a:extLst>
          </p:cNvPr>
          <p:cNvSpPr/>
          <p:nvPr/>
        </p:nvSpPr>
        <p:spPr>
          <a:xfrm rot="2815104">
            <a:off x="2941795" y="2213700"/>
            <a:ext cx="1029283" cy="2500656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평행 사변형 33">
            <a:extLst>
              <a:ext uri="{FF2B5EF4-FFF2-40B4-BE49-F238E27FC236}">
                <a16:creationId xmlns:a16="http://schemas.microsoft.com/office/drawing/2014/main" id="{11A7FB68-47F8-F1A6-BAB9-378C2FBFE15B}"/>
              </a:ext>
            </a:extLst>
          </p:cNvPr>
          <p:cNvSpPr/>
          <p:nvPr/>
        </p:nvSpPr>
        <p:spPr>
          <a:xfrm>
            <a:off x="6290620" y="-4161153"/>
            <a:ext cx="4069498" cy="3814112"/>
          </a:xfrm>
          <a:prstGeom prst="parallelogram">
            <a:avLst>
              <a:gd name="adj" fmla="val 74359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사다리꼴 35">
            <a:extLst>
              <a:ext uri="{FF2B5EF4-FFF2-40B4-BE49-F238E27FC236}">
                <a16:creationId xmlns:a16="http://schemas.microsoft.com/office/drawing/2014/main" id="{F396ADBD-68A4-7754-C625-09470450FFBE}"/>
              </a:ext>
            </a:extLst>
          </p:cNvPr>
          <p:cNvSpPr/>
          <p:nvPr/>
        </p:nvSpPr>
        <p:spPr>
          <a:xfrm rot="7598225">
            <a:off x="9883896" y="-3884482"/>
            <a:ext cx="2489782" cy="3769655"/>
          </a:xfrm>
          <a:prstGeom prst="trapezoid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C3986EB7-FAF9-8198-0C00-4E891B5C818E}"/>
              </a:ext>
            </a:extLst>
          </p:cNvPr>
          <p:cNvSpPr/>
          <p:nvPr/>
        </p:nvSpPr>
        <p:spPr>
          <a:xfrm>
            <a:off x="13051770" y="-1403740"/>
            <a:ext cx="4574387" cy="1055272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각 삼각형 37">
            <a:extLst>
              <a:ext uri="{FF2B5EF4-FFF2-40B4-BE49-F238E27FC236}">
                <a16:creationId xmlns:a16="http://schemas.microsoft.com/office/drawing/2014/main" id="{B7A85E2F-C3B4-BF60-51A6-A6E701BEBB0A}"/>
              </a:ext>
            </a:extLst>
          </p:cNvPr>
          <p:cNvSpPr/>
          <p:nvPr/>
        </p:nvSpPr>
        <p:spPr>
          <a:xfrm flipH="1">
            <a:off x="12218415" y="-1403740"/>
            <a:ext cx="833354" cy="1055272"/>
          </a:xfrm>
          <a:prstGeom prst="rtTriangl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사다리꼴 38">
            <a:extLst>
              <a:ext uri="{FF2B5EF4-FFF2-40B4-BE49-F238E27FC236}">
                <a16:creationId xmlns:a16="http://schemas.microsoft.com/office/drawing/2014/main" id="{539525CD-EF54-6763-C2D0-A6D376113FFD}"/>
              </a:ext>
            </a:extLst>
          </p:cNvPr>
          <p:cNvSpPr/>
          <p:nvPr/>
        </p:nvSpPr>
        <p:spPr>
          <a:xfrm rot="18042609">
            <a:off x="18076911" y="8733965"/>
            <a:ext cx="4305359" cy="4582122"/>
          </a:xfrm>
          <a:prstGeom prst="trapezoid">
            <a:avLst>
              <a:gd name="adj" fmla="val 29385"/>
            </a:avLst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다리꼴 39">
            <a:extLst>
              <a:ext uri="{FF2B5EF4-FFF2-40B4-BE49-F238E27FC236}">
                <a16:creationId xmlns:a16="http://schemas.microsoft.com/office/drawing/2014/main" id="{18D1280D-0158-9F7C-8F01-D88515CE17CF}"/>
              </a:ext>
            </a:extLst>
          </p:cNvPr>
          <p:cNvSpPr/>
          <p:nvPr/>
        </p:nvSpPr>
        <p:spPr>
          <a:xfrm rot="16200000">
            <a:off x="16514767" y="-2254163"/>
            <a:ext cx="4978897" cy="2756117"/>
          </a:xfrm>
          <a:prstGeom prst="trapezoid">
            <a:avLst>
              <a:gd name="adj" fmla="val 70250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01A598DE-2CCE-B277-43C1-57EA631773BB}"/>
              </a:ext>
            </a:extLst>
          </p:cNvPr>
          <p:cNvSpPr/>
          <p:nvPr/>
        </p:nvSpPr>
        <p:spPr>
          <a:xfrm>
            <a:off x="20398971" y="-3365553"/>
            <a:ext cx="2637158" cy="737419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8A86299D-C053-3B15-8836-D866E4F6577F}"/>
              </a:ext>
            </a:extLst>
          </p:cNvPr>
          <p:cNvSpPr/>
          <p:nvPr/>
        </p:nvSpPr>
        <p:spPr>
          <a:xfrm>
            <a:off x="20398971" y="875926"/>
            <a:ext cx="2637158" cy="737419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다리꼴 42">
            <a:extLst>
              <a:ext uri="{FF2B5EF4-FFF2-40B4-BE49-F238E27FC236}">
                <a16:creationId xmlns:a16="http://schemas.microsoft.com/office/drawing/2014/main" id="{B51EC09F-82B3-82B2-5A14-AF1229C3AF75}"/>
              </a:ext>
            </a:extLst>
          </p:cNvPr>
          <p:cNvSpPr/>
          <p:nvPr/>
        </p:nvSpPr>
        <p:spPr>
          <a:xfrm>
            <a:off x="20795637" y="-2628133"/>
            <a:ext cx="1843826" cy="1725838"/>
          </a:xfrm>
          <a:prstGeom prst="trapezoid">
            <a:avLst>
              <a:gd name="adj" fmla="val 30803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다리꼴 44">
            <a:extLst>
              <a:ext uri="{FF2B5EF4-FFF2-40B4-BE49-F238E27FC236}">
                <a16:creationId xmlns:a16="http://schemas.microsoft.com/office/drawing/2014/main" id="{95638C84-AE97-666D-4E2E-075A88F32211}"/>
              </a:ext>
            </a:extLst>
          </p:cNvPr>
          <p:cNvSpPr/>
          <p:nvPr/>
        </p:nvSpPr>
        <p:spPr>
          <a:xfrm flipV="1">
            <a:off x="20795637" y="-902296"/>
            <a:ext cx="1843826" cy="1766613"/>
          </a:xfrm>
          <a:prstGeom prst="trapezoid">
            <a:avLst>
              <a:gd name="adj" fmla="val 30803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사다리꼴 46">
            <a:extLst>
              <a:ext uri="{FF2B5EF4-FFF2-40B4-BE49-F238E27FC236}">
                <a16:creationId xmlns:a16="http://schemas.microsoft.com/office/drawing/2014/main" id="{B659D02D-2549-79ED-B0F0-6FA11FB2DD6E}"/>
              </a:ext>
            </a:extLst>
          </p:cNvPr>
          <p:cNvSpPr/>
          <p:nvPr/>
        </p:nvSpPr>
        <p:spPr>
          <a:xfrm>
            <a:off x="20382276" y="-4353971"/>
            <a:ext cx="2637158" cy="1033068"/>
          </a:xfrm>
          <a:prstGeom prst="trapezoid">
            <a:avLst>
              <a:gd name="adj" fmla="val 70250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사다리꼴 47">
            <a:extLst>
              <a:ext uri="{FF2B5EF4-FFF2-40B4-BE49-F238E27FC236}">
                <a16:creationId xmlns:a16="http://schemas.microsoft.com/office/drawing/2014/main" id="{841E2B78-0E77-2574-3807-342F384A4B40}"/>
              </a:ext>
            </a:extLst>
          </p:cNvPr>
          <p:cNvSpPr/>
          <p:nvPr/>
        </p:nvSpPr>
        <p:spPr>
          <a:xfrm flipV="1">
            <a:off x="20398971" y="1568696"/>
            <a:ext cx="2637158" cy="1033068"/>
          </a:xfrm>
          <a:prstGeom prst="trapezoid">
            <a:avLst>
              <a:gd name="adj" fmla="val 70250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사다리꼴 49">
            <a:extLst>
              <a:ext uri="{FF2B5EF4-FFF2-40B4-BE49-F238E27FC236}">
                <a16:creationId xmlns:a16="http://schemas.microsoft.com/office/drawing/2014/main" id="{3E4197AF-9086-0C98-D3B8-83A89F7F1425}"/>
              </a:ext>
            </a:extLst>
          </p:cNvPr>
          <p:cNvSpPr/>
          <p:nvPr/>
        </p:nvSpPr>
        <p:spPr>
          <a:xfrm>
            <a:off x="-1916373" y="-5970940"/>
            <a:ext cx="4305359" cy="4582122"/>
          </a:xfrm>
          <a:prstGeom prst="trapezoid">
            <a:avLst>
              <a:gd name="adj" fmla="val 29385"/>
            </a:avLst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90D4C671-2673-051A-FB8E-8D59D691695E}"/>
              </a:ext>
            </a:extLst>
          </p:cNvPr>
          <p:cNvSpPr/>
          <p:nvPr/>
        </p:nvSpPr>
        <p:spPr>
          <a:xfrm rot="10800000">
            <a:off x="9107723" y="-6011771"/>
            <a:ext cx="1224897" cy="186951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사다리꼴 51">
            <a:extLst>
              <a:ext uri="{FF2B5EF4-FFF2-40B4-BE49-F238E27FC236}">
                <a16:creationId xmlns:a16="http://schemas.microsoft.com/office/drawing/2014/main" id="{4E6AED51-3445-B083-5300-276EDB0D5A92}"/>
              </a:ext>
            </a:extLst>
          </p:cNvPr>
          <p:cNvSpPr/>
          <p:nvPr/>
        </p:nvSpPr>
        <p:spPr>
          <a:xfrm rot="10800000">
            <a:off x="14135704" y="9068283"/>
            <a:ext cx="4574386" cy="800389"/>
          </a:xfrm>
          <a:prstGeom prst="trapezoid">
            <a:avLst>
              <a:gd name="adj" fmla="val 60132"/>
            </a:avLst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평행 사변형 52">
            <a:extLst>
              <a:ext uri="{FF2B5EF4-FFF2-40B4-BE49-F238E27FC236}">
                <a16:creationId xmlns:a16="http://schemas.microsoft.com/office/drawing/2014/main" id="{04175252-15D9-2EAD-C75C-76F64B333A3F}"/>
              </a:ext>
            </a:extLst>
          </p:cNvPr>
          <p:cNvSpPr/>
          <p:nvPr/>
        </p:nvSpPr>
        <p:spPr>
          <a:xfrm>
            <a:off x="15968347" y="5413120"/>
            <a:ext cx="3970918" cy="3655163"/>
          </a:xfrm>
          <a:prstGeom prst="parallelogram">
            <a:avLst>
              <a:gd name="adj" fmla="val 65079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D8AA8D19-B7B9-DE9E-4E9D-532DB51FBDAC}"/>
              </a:ext>
            </a:extLst>
          </p:cNvPr>
          <p:cNvSpPr/>
          <p:nvPr/>
        </p:nvSpPr>
        <p:spPr>
          <a:xfrm rot="10800000">
            <a:off x="18345130" y="3550099"/>
            <a:ext cx="982008" cy="186951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각 삼각형 55">
            <a:extLst>
              <a:ext uri="{FF2B5EF4-FFF2-40B4-BE49-F238E27FC236}">
                <a16:creationId xmlns:a16="http://schemas.microsoft.com/office/drawing/2014/main" id="{06957332-2C70-7241-9AEF-52647626EA29}"/>
              </a:ext>
            </a:extLst>
          </p:cNvPr>
          <p:cNvSpPr/>
          <p:nvPr/>
        </p:nvSpPr>
        <p:spPr>
          <a:xfrm>
            <a:off x="19297641" y="4540780"/>
            <a:ext cx="641624" cy="872339"/>
          </a:xfrm>
          <a:prstGeom prst="rtTriangl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평행 사변형 56">
            <a:extLst>
              <a:ext uri="{FF2B5EF4-FFF2-40B4-BE49-F238E27FC236}">
                <a16:creationId xmlns:a16="http://schemas.microsoft.com/office/drawing/2014/main" id="{B72F7F4D-10D8-4907-E732-D18849149D58}"/>
              </a:ext>
            </a:extLst>
          </p:cNvPr>
          <p:cNvSpPr/>
          <p:nvPr/>
        </p:nvSpPr>
        <p:spPr>
          <a:xfrm flipH="1">
            <a:off x="16564950" y="-332350"/>
            <a:ext cx="2756119" cy="3949405"/>
          </a:xfrm>
          <a:prstGeom prst="parallelogram">
            <a:avLst>
              <a:gd name="adj" fmla="val 65079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B8E6E66C-2D45-1DA7-56EC-F6242CDAD3B9}"/>
              </a:ext>
            </a:extLst>
          </p:cNvPr>
          <p:cNvSpPr/>
          <p:nvPr/>
        </p:nvSpPr>
        <p:spPr>
          <a:xfrm rot="5400000">
            <a:off x="8197319" y="-8740021"/>
            <a:ext cx="846033" cy="4659434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사다리꼴 58">
            <a:extLst>
              <a:ext uri="{FF2B5EF4-FFF2-40B4-BE49-F238E27FC236}">
                <a16:creationId xmlns:a16="http://schemas.microsoft.com/office/drawing/2014/main" id="{91BF8899-56DF-3B94-EF9A-619424D1F16D}"/>
              </a:ext>
            </a:extLst>
          </p:cNvPr>
          <p:cNvSpPr/>
          <p:nvPr/>
        </p:nvSpPr>
        <p:spPr>
          <a:xfrm rot="16200000">
            <a:off x="11097757" y="-7341525"/>
            <a:ext cx="1652080" cy="1905388"/>
          </a:xfrm>
          <a:prstGeom prst="trapezoid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평행 사변형 59">
            <a:extLst>
              <a:ext uri="{FF2B5EF4-FFF2-40B4-BE49-F238E27FC236}">
                <a16:creationId xmlns:a16="http://schemas.microsoft.com/office/drawing/2014/main" id="{9BE1A324-63F4-9F1F-8E28-86D6DE2EB60B}"/>
              </a:ext>
            </a:extLst>
          </p:cNvPr>
          <p:cNvSpPr/>
          <p:nvPr/>
        </p:nvSpPr>
        <p:spPr>
          <a:xfrm rot="16200000" flipH="1">
            <a:off x="2490690" y="-7545371"/>
            <a:ext cx="3054526" cy="4524277"/>
          </a:xfrm>
          <a:prstGeom prst="parallelogram">
            <a:avLst>
              <a:gd name="adj" fmla="val 74359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직각 삼각형 60">
            <a:extLst>
              <a:ext uri="{FF2B5EF4-FFF2-40B4-BE49-F238E27FC236}">
                <a16:creationId xmlns:a16="http://schemas.microsoft.com/office/drawing/2014/main" id="{88723A6F-9452-576C-ADFB-2608EF70B1FF}"/>
              </a:ext>
            </a:extLst>
          </p:cNvPr>
          <p:cNvSpPr/>
          <p:nvPr/>
        </p:nvSpPr>
        <p:spPr>
          <a:xfrm flipH="1" flipV="1">
            <a:off x="1500785" y="-4559785"/>
            <a:ext cx="262867" cy="879905"/>
          </a:xfrm>
          <a:prstGeom prst="rtTriangl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사다리꼴 63">
            <a:extLst>
              <a:ext uri="{FF2B5EF4-FFF2-40B4-BE49-F238E27FC236}">
                <a16:creationId xmlns:a16="http://schemas.microsoft.com/office/drawing/2014/main" id="{0BEDF850-67E8-763D-D57E-483C01114EB6}"/>
              </a:ext>
            </a:extLst>
          </p:cNvPr>
          <p:cNvSpPr/>
          <p:nvPr/>
        </p:nvSpPr>
        <p:spPr>
          <a:xfrm rot="16200000">
            <a:off x="11772303" y="-7758586"/>
            <a:ext cx="4978897" cy="2756117"/>
          </a:xfrm>
          <a:prstGeom prst="trapezoid">
            <a:avLst>
              <a:gd name="adj" fmla="val 59548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2C515B4E-7F50-03DB-0B07-C0EB8D349ECD}"/>
              </a:ext>
            </a:extLst>
          </p:cNvPr>
          <p:cNvSpPr/>
          <p:nvPr/>
        </p:nvSpPr>
        <p:spPr>
          <a:xfrm rot="6549008">
            <a:off x="-3708470" y="3992278"/>
            <a:ext cx="876300" cy="2045112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242C1804-437F-8F83-EDF0-0B13692AE0BB}"/>
              </a:ext>
            </a:extLst>
          </p:cNvPr>
          <p:cNvSpPr/>
          <p:nvPr/>
        </p:nvSpPr>
        <p:spPr>
          <a:xfrm rot="11844323">
            <a:off x="-4640015" y="460298"/>
            <a:ext cx="999377" cy="5219056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사다리꼴 66">
            <a:extLst>
              <a:ext uri="{FF2B5EF4-FFF2-40B4-BE49-F238E27FC236}">
                <a16:creationId xmlns:a16="http://schemas.microsoft.com/office/drawing/2014/main" id="{7901BE2B-F0E9-BE52-673E-A48B8301C3ED}"/>
              </a:ext>
            </a:extLst>
          </p:cNvPr>
          <p:cNvSpPr/>
          <p:nvPr/>
        </p:nvSpPr>
        <p:spPr>
          <a:xfrm rot="11835986">
            <a:off x="-4207113" y="-416915"/>
            <a:ext cx="2535514" cy="1098079"/>
          </a:xfrm>
          <a:prstGeom prst="trapezoid">
            <a:avLst>
              <a:gd name="adj" fmla="val 44070"/>
            </a:avLst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직각 삼각형 67">
            <a:extLst>
              <a:ext uri="{FF2B5EF4-FFF2-40B4-BE49-F238E27FC236}">
                <a16:creationId xmlns:a16="http://schemas.microsoft.com/office/drawing/2014/main" id="{CB1AA8E8-DDD1-99D7-2984-D073ACA42E07}"/>
              </a:ext>
            </a:extLst>
          </p:cNvPr>
          <p:cNvSpPr/>
          <p:nvPr/>
        </p:nvSpPr>
        <p:spPr>
          <a:xfrm rot="6475774">
            <a:off x="-3045474" y="837609"/>
            <a:ext cx="641624" cy="577945"/>
          </a:xfrm>
          <a:prstGeom prst="rtTriangle">
            <a:avLst/>
          </a:prstGeom>
          <a:solidFill>
            <a:schemeClr val="tx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평행 사변형 69">
            <a:extLst>
              <a:ext uri="{FF2B5EF4-FFF2-40B4-BE49-F238E27FC236}">
                <a16:creationId xmlns:a16="http://schemas.microsoft.com/office/drawing/2014/main" id="{8840AC96-07AA-6379-8A1A-7CF312A9ACCA}"/>
              </a:ext>
            </a:extLst>
          </p:cNvPr>
          <p:cNvSpPr/>
          <p:nvPr/>
        </p:nvSpPr>
        <p:spPr>
          <a:xfrm rot="5400000">
            <a:off x="-3553175" y="-2432388"/>
            <a:ext cx="1158732" cy="2054441"/>
          </a:xfrm>
          <a:prstGeom prst="parallelogram">
            <a:avLst>
              <a:gd name="adj" fmla="val 53728"/>
            </a:avLst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평행 사변형 70">
            <a:extLst>
              <a:ext uri="{FF2B5EF4-FFF2-40B4-BE49-F238E27FC236}">
                <a16:creationId xmlns:a16="http://schemas.microsoft.com/office/drawing/2014/main" id="{D6D39F70-E2E0-79A4-B42E-F98D47F1CEFA}"/>
              </a:ext>
            </a:extLst>
          </p:cNvPr>
          <p:cNvSpPr/>
          <p:nvPr/>
        </p:nvSpPr>
        <p:spPr>
          <a:xfrm rot="16200000">
            <a:off x="-4142223" y="-1321582"/>
            <a:ext cx="885408" cy="603025"/>
          </a:xfrm>
          <a:prstGeom prst="parallelogram">
            <a:avLst>
              <a:gd name="adj" fmla="val 29108"/>
            </a:avLst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평행 사변형 71">
            <a:extLst>
              <a:ext uri="{FF2B5EF4-FFF2-40B4-BE49-F238E27FC236}">
                <a16:creationId xmlns:a16="http://schemas.microsoft.com/office/drawing/2014/main" id="{D804EA76-43B6-D458-E626-0368FC8CB3BC}"/>
              </a:ext>
            </a:extLst>
          </p:cNvPr>
          <p:cNvSpPr/>
          <p:nvPr/>
        </p:nvSpPr>
        <p:spPr>
          <a:xfrm rot="16716751">
            <a:off x="7250537" y="161775"/>
            <a:ext cx="4566757" cy="769863"/>
          </a:xfrm>
          <a:prstGeom prst="parallelogram">
            <a:avLst>
              <a:gd name="adj" fmla="val 29108"/>
            </a:avLst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사다리꼴 72">
            <a:extLst>
              <a:ext uri="{FF2B5EF4-FFF2-40B4-BE49-F238E27FC236}">
                <a16:creationId xmlns:a16="http://schemas.microsoft.com/office/drawing/2014/main" id="{94066FFA-2B2E-D973-A56F-EC04BB4C3475}"/>
              </a:ext>
            </a:extLst>
          </p:cNvPr>
          <p:cNvSpPr/>
          <p:nvPr/>
        </p:nvSpPr>
        <p:spPr>
          <a:xfrm rot="1524147">
            <a:off x="8560596" y="2587288"/>
            <a:ext cx="1101888" cy="571066"/>
          </a:xfrm>
          <a:prstGeom prst="trapezoid">
            <a:avLst>
              <a:gd name="adj" fmla="val 26183"/>
            </a:avLst>
          </a:prstGeom>
          <a:solidFill>
            <a:schemeClr val="tx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5949C103-5FAF-90D0-828E-362624FCA565}"/>
              </a:ext>
            </a:extLst>
          </p:cNvPr>
          <p:cNvSpPr/>
          <p:nvPr/>
        </p:nvSpPr>
        <p:spPr>
          <a:xfrm rot="5400000">
            <a:off x="-495435" y="-7582405"/>
            <a:ext cx="1463482" cy="96021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사다리꼴 74">
            <a:extLst>
              <a:ext uri="{FF2B5EF4-FFF2-40B4-BE49-F238E27FC236}">
                <a16:creationId xmlns:a16="http://schemas.microsoft.com/office/drawing/2014/main" id="{ED19A89A-B05B-C16D-D958-6D85A816FC31}"/>
              </a:ext>
            </a:extLst>
          </p:cNvPr>
          <p:cNvSpPr/>
          <p:nvPr/>
        </p:nvSpPr>
        <p:spPr>
          <a:xfrm>
            <a:off x="-661822" y="-6364684"/>
            <a:ext cx="1778902" cy="394927"/>
          </a:xfrm>
          <a:prstGeom prst="trapezoid">
            <a:avLst>
              <a:gd name="adj" fmla="val 103348"/>
            </a:avLst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78DB06AF-247F-419D-ED6D-3F99ED919DFD}"/>
              </a:ext>
            </a:extLst>
          </p:cNvPr>
          <p:cNvSpPr/>
          <p:nvPr/>
        </p:nvSpPr>
        <p:spPr>
          <a:xfrm rot="5400000">
            <a:off x="-866363" y="-10207063"/>
            <a:ext cx="2147387" cy="2586908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사다리꼴 77">
            <a:extLst>
              <a:ext uri="{FF2B5EF4-FFF2-40B4-BE49-F238E27FC236}">
                <a16:creationId xmlns:a16="http://schemas.microsoft.com/office/drawing/2014/main" id="{4104C5C1-56B5-46BE-9262-05C101CDC0C8}"/>
              </a:ext>
            </a:extLst>
          </p:cNvPr>
          <p:cNvSpPr/>
          <p:nvPr/>
        </p:nvSpPr>
        <p:spPr>
          <a:xfrm rot="11690410">
            <a:off x="24160429" y="2876137"/>
            <a:ext cx="4978897" cy="2756117"/>
          </a:xfrm>
          <a:prstGeom prst="trapezoid">
            <a:avLst>
              <a:gd name="adj" fmla="val 59548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68037A90-5167-93CB-BF1B-BA2731699124}"/>
              </a:ext>
            </a:extLst>
          </p:cNvPr>
          <p:cNvSpPr/>
          <p:nvPr/>
        </p:nvSpPr>
        <p:spPr>
          <a:xfrm rot="11752095">
            <a:off x="21911050" y="8227172"/>
            <a:ext cx="1224897" cy="186951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3A35A901-1F64-48FD-CBE3-2DE9783437D3}"/>
              </a:ext>
            </a:extLst>
          </p:cNvPr>
          <p:cNvSpPr/>
          <p:nvPr/>
        </p:nvSpPr>
        <p:spPr>
          <a:xfrm rot="17111455">
            <a:off x="23107514" y="6767782"/>
            <a:ext cx="860139" cy="2598199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평행 사변형 80">
            <a:extLst>
              <a:ext uri="{FF2B5EF4-FFF2-40B4-BE49-F238E27FC236}">
                <a16:creationId xmlns:a16="http://schemas.microsoft.com/office/drawing/2014/main" id="{8AC24060-A529-F46B-62A3-F7BFC739105A}"/>
              </a:ext>
            </a:extLst>
          </p:cNvPr>
          <p:cNvSpPr/>
          <p:nvPr/>
        </p:nvSpPr>
        <p:spPr>
          <a:xfrm rot="11732849">
            <a:off x="22625842" y="5771560"/>
            <a:ext cx="3054526" cy="1973134"/>
          </a:xfrm>
          <a:prstGeom prst="parallelogram">
            <a:avLst>
              <a:gd name="adj" fmla="val 123498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AD2898CA-C6CF-D5B8-4A22-04D0AE781420}"/>
              </a:ext>
            </a:extLst>
          </p:cNvPr>
          <p:cNvSpPr/>
          <p:nvPr/>
        </p:nvSpPr>
        <p:spPr>
          <a:xfrm rot="17111455">
            <a:off x="25843917" y="5085045"/>
            <a:ext cx="684109" cy="167712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8B9E87EB-AA40-715F-6E72-06D945CD68DE}"/>
              </a:ext>
            </a:extLst>
          </p:cNvPr>
          <p:cNvSpPr/>
          <p:nvPr/>
        </p:nvSpPr>
        <p:spPr>
          <a:xfrm rot="16200000">
            <a:off x="24439967" y="-4695928"/>
            <a:ext cx="663953" cy="34716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B4456578-AD45-2047-F052-D8E5F2BC68F6}"/>
              </a:ext>
            </a:extLst>
          </p:cNvPr>
          <p:cNvSpPr/>
          <p:nvPr/>
        </p:nvSpPr>
        <p:spPr>
          <a:xfrm>
            <a:off x="25843806" y="-2651122"/>
            <a:ext cx="663953" cy="5252885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대각선 줄무늬 85">
            <a:extLst>
              <a:ext uri="{FF2B5EF4-FFF2-40B4-BE49-F238E27FC236}">
                <a16:creationId xmlns:a16="http://schemas.microsoft.com/office/drawing/2014/main" id="{1E78DEE6-D73E-D67A-DAB6-2E0ADD898FFB}"/>
              </a:ext>
            </a:extLst>
          </p:cNvPr>
          <p:cNvSpPr/>
          <p:nvPr/>
        </p:nvSpPr>
        <p:spPr>
          <a:xfrm rot="16200000" flipV="1">
            <a:off x="-3353725" y="-10281944"/>
            <a:ext cx="1904124" cy="2595712"/>
          </a:xfrm>
          <a:prstGeom prst="diagStrip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6D3D3089-D4B7-0A6D-1C4E-7FC837958448}"/>
              </a:ext>
            </a:extLst>
          </p:cNvPr>
          <p:cNvSpPr/>
          <p:nvPr/>
        </p:nvSpPr>
        <p:spPr>
          <a:xfrm rot="10800000">
            <a:off x="-5828590" y="-8032025"/>
            <a:ext cx="3362256" cy="96021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사다리꼴 88">
            <a:extLst>
              <a:ext uri="{FF2B5EF4-FFF2-40B4-BE49-F238E27FC236}">
                <a16:creationId xmlns:a16="http://schemas.microsoft.com/office/drawing/2014/main" id="{A4201A04-3857-527C-CA46-1F1E8244309D}"/>
              </a:ext>
            </a:extLst>
          </p:cNvPr>
          <p:cNvSpPr/>
          <p:nvPr/>
        </p:nvSpPr>
        <p:spPr>
          <a:xfrm rot="16200000">
            <a:off x="-7271915" y="-8510295"/>
            <a:ext cx="960211" cy="1905388"/>
          </a:xfrm>
          <a:prstGeom prst="trapezoid">
            <a:avLst>
              <a:gd name="adj" fmla="val 31144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F93CA615-785B-1315-40DD-1AEF308E9CDA}"/>
              </a:ext>
            </a:extLst>
          </p:cNvPr>
          <p:cNvSpPr/>
          <p:nvPr/>
        </p:nvSpPr>
        <p:spPr>
          <a:xfrm rot="10800000">
            <a:off x="-9158145" y="-7732437"/>
            <a:ext cx="1413639" cy="34896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사다리꼴 90">
            <a:extLst>
              <a:ext uri="{FF2B5EF4-FFF2-40B4-BE49-F238E27FC236}">
                <a16:creationId xmlns:a16="http://schemas.microsoft.com/office/drawing/2014/main" id="{B766BB78-32CF-B58F-76E3-B29EE52DA6AB}"/>
              </a:ext>
            </a:extLst>
          </p:cNvPr>
          <p:cNvSpPr/>
          <p:nvPr/>
        </p:nvSpPr>
        <p:spPr>
          <a:xfrm rot="16200000" flipV="1">
            <a:off x="-12024595" y="-8575596"/>
            <a:ext cx="3687096" cy="2035279"/>
          </a:xfrm>
          <a:prstGeom prst="trapezoid">
            <a:avLst>
              <a:gd name="adj" fmla="val 82308"/>
            </a:avLst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현 91">
            <a:extLst>
              <a:ext uri="{FF2B5EF4-FFF2-40B4-BE49-F238E27FC236}">
                <a16:creationId xmlns:a16="http://schemas.microsoft.com/office/drawing/2014/main" id="{638CEDD9-B34A-BA84-4238-A1C3A6F1C99A}"/>
              </a:ext>
            </a:extLst>
          </p:cNvPr>
          <p:cNvSpPr/>
          <p:nvPr/>
        </p:nvSpPr>
        <p:spPr>
          <a:xfrm rot="16200000" flipV="1">
            <a:off x="-11833989" y="-10313450"/>
            <a:ext cx="4909026" cy="5510985"/>
          </a:xfrm>
          <a:prstGeom prst="chord">
            <a:avLst>
              <a:gd name="adj1" fmla="val 2681755"/>
              <a:gd name="adj2" fmla="val 8121377"/>
            </a:avLst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3" name="직각 삼각형 92">
            <a:extLst>
              <a:ext uri="{FF2B5EF4-FFF2-40B4-BE49-F238E27FC236}">
                <a16:creationId xmlns:a16="http://schemas.microsoft.com/office/drawing/2014/main" id="{DE9CA245-B1E8-9E7F-0405-4B5A7BC8FCD3}"/>
              </a:ext>
            </a:extLst>
          </p:cNvPr>
          <p:cNvSpPr/>
          <p:nvPr/>
        </p:nvSpPr>
        <p:spPr>
          <a:xfrm flipH="1" flipV="1">
            <a:off x="25843805" y="2601763"/>
            <a:ext cx="663953" cy="183652"/>
          </a:xfrm>
          <a:prstGeom prst="rtTriangl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4" name="직선 연결선 93">
            <a:extLst>
              <a:ext uri="{FF2B5EF4-FFF2-40B4-BE49-F238E27FC236}">
                <a16:creationId xmlns:a16="http://schemas.microsoft.com/office/drawing/2014/main" id="{5F6382F2-0B38-8328-7325-02B0F653611F}"/>
              </a:ext>
            </a:extLst>
          </p:cNvPr>
          <p:cNvCxnSpPr>
            <a:cxnSpLocks/>
          </p:cNvCxnSpPr>
          <p:nvPr/>
        </p:nvCxnSpPr>
        <p:spPr>
          <a:xfrm flipH="1" flipV="1">
            <a:off x="2621724" y="7278305"/>
            <a:ext cx="1421700" cy="504173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>
            <a:extLst>
              <a:ext uri="{FF2B5EF4-FFF2-40B4-BE49-F238E27FC236}">
                <a16:creationId xmlns:a16="http://schemas.microsoft.com/office/drawing/2014/main" id="{E2098733-07AB-E432-0E75-B19F2A37D0C3}"/>
              </a:ext>
            </a:extLst>
          </p:cNvPr>
          <p:cNvCxnSpPr>
            <a:cxnSpLocks/>
          </p:cNvCxnSpPr>
          <p:nvPr/>
        </p:nvCxnSpPr>
        <p:spPr>
          <a:xfrm flipH="1">
            <a:off x="7878256" y="2872821"/>
            <a:ext cx="917420" cy="1027152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>
            <a:extLst>
              <a:ext uri="{FF2B5EF4-FFF2-40B4-BE49-F238E27FC236}">
                <a16:creationId xmlns:a16="http://schemas.microsoft.com/office/drawing/2014/main" id="{CC21CD34-3BEA-11AD-0838-D2819106CDB5}"/>
              </a:ext>
            </a:extLst>
          </p:cNvPr>
          <p:cNvCxnSpPr>
            <a:cxnSpLocks/>
          </p:cNvCxnSpPr>
          <p:nvPr/>
        </p:nvCxnSpPr>
        <p:spPr>
          <a:xfrm>
            <a:off x="10809205" y="-7012261"/>
            <a:ext cx="0" cy="1283403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직선 연결선 102">
            <a:extLst>
              <a:ext uri="{FF2B5EF4-FFF2-40B4-BE49-F238E27FC236}">
                <a16:creationId xmlns:a16="http://schemas.microsoft.com/office/drawing/2014/main" id="{BAF192B9-D9DE-83FF-33BA-ECDF5A070059}"/>
              </a:ext>
            </a:extLst>
          </p:cNvPr>
          <p:cNvCxnSpPr>
            <a:cxnSpLocks/>
          </p:cNvCxnSpPr>
          <p:nvPr/>
        </p:nvCxnSpPr>
        <p:spPr>
          <a:xfrm flipH="1" flipV="1">
            <a:off x="25515882" y="2251443"/>
            <a:ext cx="1340178" cy="383375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직선 화살표 연결선 105">
            <a:extLst>
              <a:ext uri="{FF2B5EF4-FFF2-40B4-BE49-F238E27FC236}">
                <a16:creationId xmlns:a16="http://schemas.microsoft.com/office/drawing/2014/main" id="{43D0459F-3574-35C9-1CA0-590164E6072F}"/>
              </a:ext>
            </a:extLst>
          </p:cNvPr>
          <p:cNvCxnSpPr>
            <a:cxnSpLocks/>
          </p:cNvCxnSpPr>
          <p:nvPr/>
        </p:nvCxnSpPr>
        <p:spPr>
          <a:xfrm flipH="1">
            <a:off x="3082262" y="7155692"/>
            <a:ext cx="405012" cy="1088898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직선 화살표 연결선 109">
            <a:extLst>
              <a:ext uri="{FF2B5EF4-FFF2-40B4-BE49-F238E27FC236}">
                <a16:creationId xmlns:a16="http://schemas.microsoft.com/office/drawing/2014/main" id="{7223BC34-D8F0-B62B-DDE8-A39489A8F7C8}"/>
              </a:ext>
            </a:extLst>
          </p:cNvPr>
          <p:cNvCxnSpPr>
            <a:cxnSpLocks/>
          </p:cNvCxnSpPr>
          <p:nvPr/>
        </p:nvCxnSpPr>
        <p:spPr>
          <a:xfrm>
            <a:off x="7930255" y="3069826"/>
            <a:ext cx="821712" cy="646531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직선 화살표 연결선 112">
            <a:extLst>
              <a:ext uri="{FF2B5EF4-FFF2-40B4-BE49-F238E27FC236}">
                <a16:creationId xmlns:a16="http://schemas.microsoft.com/office/drawing/2014/main" id="{768B5224-6B18-DE6B-8E2F-EE13C9272893}"/>
              </a:ext>
            </a:extLst>
          </p:cNvPr>
          <p:cNvCxnSpPr>
            <a:cxnSpLocks/>
          </p:cNvCxnSpPr>
          <p:nvPr/>
        </p:nvCxnSpPr>
        <p:spPr>
          <a:xfrm flipH="1">
            <a:off x="26031709" y="2066142"/>
            <a:ext cx="308524" cy="1003684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직선 화살표 연결선 114">
            <a:extLst>
              <a:ext uri="{FF2B5EF4-FFF2-40B4-BE49-F238E27FC236}">
                <a16:creationId xmlns:a16="http://schemas.microsoft.com/office/drawing/2014/main" id="{CED63975-5A6C-043E-C0A3-3F894646D8E4}"/>
              </a:ext>
            </a:extLst>
          </p:cNvPr>
          <p:cNvCxnSpPr>
            <a:cxnSpLocks/>
          </p:cNvCxnSpPr>
          <p:nvPr/>
        </p:nvCxnSpPr>
        <p:spPr>
          <a:xfrm>
            <a:off x="10469948" y="-6402118"/>
            <a:ext cx="960210" cy="4317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8A05A209-81FB-2E36-36AA-6283B4FE7D40}"/>
              </a:ext>
            </a:extLst>
          </p:cNvPr>
          <p:cNvSpPr txBox="1"/>
          <p:nvPr/>
        </p:nvSpPr>
        <p:spPr>
          <a:xfrm rot="969755">
            <a:off x="2989901" y="7132833"/>
            <a:ext cx="128063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600" b="1" dirty="0">
                <a:solidFill>
                  <a:srgbClr val="FF0000"/>
                </a:solidFill>
                <a:latin typeface="Aptos" panose="020B0004020202020204" pitchFamily="34" charset="0"/>
                <a:ea typeface="ADLaM Display" panose="020F0502020204030204" pitchFamily="2" charset="0"/>
                <a:cs typeface="Arial" panose="020B0604020202020204" pitchFamily="34" charset="0"/>
              </a:rPr>
              <a:t>X</a:t>
            </a:r>
            <a:endParaRPr lang="ko-KR" altLang="en-US" b="1" dirty="0">
              <a:solidFill>
                <a:srgbClr val="FF0000"/>
              </a:solidFill>
              <a:latin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956D870A-5A4C-CDAE-B8FB-403C5C659CB6}"/>
              </a:ext>
            </a:extLst>
          </p:cNvPr>
          <p:cNvSpPr txBox="1"/>
          <p:nvPr/>
        </p:nvSpPr>
        <p:spPr>
          <a:xfrm rot="19477249">
            <a:off x="7951377" y="2686341"/>
            <a:ext cx="128063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600" b="1" dirty="0">
                <a:solidFill>
                  <a:srgbClr val="FF0000"/>
                </a:solidFill>
                <a:latin typeface="Aptos" panose="020B0004020202020204" pitchFamily="34" charset="0"/>
                <a:ea typeface="ADLaM Display" panose="020F0502020204030204" pitchFamily="2" charset="0"/>
                <a:cs typeface="Arial" panose="020B0604020202020204" pitchFamily="34" charset="0"/>
              </a:rPr>
              <a:t>X</a:t>
            </a:r>
            <a:endParaRPr lang="ko-KR" altLang="en-US" b="1" dirty="0">
              <a:solidFill>
                <a:srgbClr val="FF0000"/>
              </a:solidFill>
              <a:latin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104725FC-B8FC-B53B-3E00-ECBCBA2FA5F9}"/>
              </a:ext>
            </a:extLst>
          </p:cNvPr>
          <p:cNvSpPr txBox="1"/>
          <p:nvPr/>
        </p:nvSpPr>
        <p:spPr>
          <a:xfrm rot="1108014">
            <a:off x="25867440" y="2096564"/>
            <a:ext cx="128063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600" b="1" dirty="0">
                <a:solidFill>
                  <a:srgbClr val="FF0000"/>
                </a:solidFill>
                <a:latin typeface="Aptos" panose="020B0004020202020204" pitchFamily="34" charset="0"/>
                <a:ea typeface="ADLaM Display" panose="020F0502020204030204" pitchFamily="2" charset="0"/>
                <a:cs typeface="Arial" panose="020B0604020202020204" pitchFamily="34" charset="0"/>
              </a:rPr>
              <a:t>X</a:t>
            </a:r>
            <a:endParaRPr lang="ko-KR" altLang="en-US" b="1" dirty="0">
              <a:solidFill>
                <a:srgbClr val="FF0000"/>
              </a:solidFill>
              <a:latin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25F25215-A315-8D57-1311-88E207E03997}"/>
              </a:ext>
            </a:extLst>
          </p:cNvPr>
          <p:cNvSpPr txBox="1"/>
          <p:nvPr/>
        </p:nvSpPr>
        <p:spPr>
          <a:xfrm>
            <a:off x="10488469" y="-6959042"/>
            <a:ext cx="128063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600" b="1" dirty="0">
                <a:solidFill>
                  <a:srgbClr val="FF0000"/>
                </a:solidFill>
                <a:latin typeface="Aptos" panose="020B0004020202020204" pitchFamily="34" charset="0"/>
                <a:ea typeface="ADLaM Display" panose="020F0502020204030204" pitchFamily="2" charset="0"/>
                <a:cs typeface="Arial" panose="020B0604020202020204" pitchFamily="34" charset="0"/>
              </a:rPr>
              <a:t>X</a:t>
            </a:r>
            <a:endParaRPr lang="ko-KR" altLang="en-US" b="1" dirty="0">
              <a:solidFill>
                <a:srgbClr val="FF0000"/>
              </a:solidFill>
              <a:latin typeface="Aptos" panose="020B00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55580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3A83A74-3E67-B9E5-4E7F-1A2E1D7EF1AA}"/>
              </a:ext>
            </a:extLst>
          </p:cNvPr>
          <p:cNvSpPr txBox="1"/>
          <p:nvPr/>
        </p:nvSpPr>
        <p:spPr>
          <a:xfrm>
            <a:off x="-7909401" y="-5887185"/>
            <a:ext cx="8251400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800" b="1" dirty="0"/>
              <a:t>얼음 스테이지</a:t>
            </a:r>
            <a:endParaRPr lang="en-US" altLang="ko-KR" sz="8800" b="1" dirty="0"/>
          </a:p>
          <a:p>
            <a:endParaRPr lang="ko-KR" altLang="en-US" sz="8800" b="1" dirty="0"/>
          </a:p>
        </p:txBody>
      </p:sp>
      <p:sp>
        <p:nvSpPr>
          <p:cNvPr id="5" name="평행 사변형 4">
            <a:extLst>
              <a:ext uri="{FF2B5EF4-FFF2-40B4-BE49-F238E27FC236}">
                <a16:creationId xmlns:a16="http://schemas.microsoft.com/office/drawing/2014/main" id="{B734B5C8-566B-B996-9D8E-66D146B8F296}"/>
              </a:ext>
            </a:extLst>
          </p:cNvPr>
          <p:cNvSpPr/>
          <p:nvPr/>
        </p:nvSpPr>
        <p:spPr>
          <a:xfrm rot="5400000" flipV="1">
            <a:off x="-5220245" y="8719761"/>
            <a:ext cx="2111800" cy="1544432"/>
          </a:xfrm>
          <a:prstGeom prst="parallelogram">
            <a:avLst>
              <a:gd name="adj" fmla="val 83908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84588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607</TotalTime>
  <Words>65</Words>
  <Application>Microsoft Office PowerPoint</Application>
  <PresentationFormat>와이드스크린</PresentationFormat>
  <Paragraphs>62</Paragraphs>
  <Slides>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7" baseType="lpstr">
      <vt:lpstr>맑은 고딕</vt:lpstr>
      <vt:lpstr>Aptos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장명운(2020180033)</dc:creator>
  <cp:lastModifiedBy>장명운(2020180033)</cp:lastModifiedBy>
  <cp:revision>26</cp:revision>
  <dcterms:created xsi:type="dcterms:W3CDTF">2025-01-06T03:16:17Z</dcterms:created>
  <dcterms:modified xsi:type="dcterms:W3CDTF">2025-01-12T06:12:32Z</dcterms:modified>
</cp:coreProperties>
</file>