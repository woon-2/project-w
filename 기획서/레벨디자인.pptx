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33" d="100"/>
          <a:sy n="33" d="100"/>
        </p:scale>
        <p:origin x="4428" y="26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51F86-1F2C-086B-DF23-5771ED341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E5193B-1A7E-46C4-2866-8C5A5A46B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EA7D5-B50C-DD3E-7D02-30B5E9503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51A68-54C1-4BB0-BC22-A8C6FFFA29CD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939580-8947-1851-DDC8-5DB368F08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7FE578-D39F-81E6-C46E-82DB3E950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2CB09-6D69-4957-B5CF-16DA3D49C2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58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22F50-FB77-9891-25E4-A369B62D3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C23F4E-7D09-00DF-DD2C-974E2002C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FBBFB0-9470-79E4-E159-01C50C280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51A68-54C1-4BB0-BC22-A8C6FFFA29CD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5227BF-9008-1AAD-593E-53EA47F17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9D0196-FB5F-5B07-8B72-42420423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2CB09-6D69-4957-B5CF-16DA3D49C2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854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C18F63-4327-A6C1-4B4F-80A835FF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CD66B2-52B2-BA99-88AD-03B852C60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B8E14E-FE1F-9A91-7FF3-26369261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51A68-54C1-4BB0-BC22-A8C6FFFA29CD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88CAD5-7FC1-BA19-D3EA-A6D66488C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60C78D-ECC6-845C-A590-8851E37C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2CB09-6D69-4957-B5CF-16DA3D49C2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203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27C473-1948-2C15-7015-4A99DF722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521873-27E6-596B-3A14-08F4CF62D9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C9EA31-3EB0-C624-125F-F7670C494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8A599E-437D-112C-7EBD-D5329AF4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51A68-54C1-4BB0-BC22-A8C6FFFA29CD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1C4A8F-88E3-ADCF-D95B-B7C79B4FB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8E00B2-D666-DA6B-CB06-F705DF605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2CB09-6D69-4957-B5CF-16DA3D49C2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15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BAE805-369D-4CFC-55A5-CD929A18C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9479DF-6CDA-004F-BA1B-CB2BDBF81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D4AD28-81BA-E946-CA4E-FF087818D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F30B6C-F231-8E20-70A6-3097EAECB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E1A77E9-718D-29B8-0D8E-B0716CB5B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072C8B6-61BE-856B-C579-5A7634128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51A68-54C1-4BB0-BC22-A8C6FFFA29CD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BBEB76-F665-8306-AFCE-DBA887DAE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CBE4C7-5168-A67F-D89C-66B83B7F6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2CB09-6D69-4957-B5CF-16DA3D49C2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20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F2188F-3CCD-6C7A-AAD2-C5FEABD8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D78619-09EE-6DF2-FDD9-E9B371619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51A68-54C1-4BB0-BC22-A8C6FFFA29CD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1AB923-01D3-1F15-B9CD-08615409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CFB137-18D5-B661-502D-2ED5620E1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2CB09-6D69-4957-B5CF-16DA3D49C2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470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BB89450-36CF-A482-1F68-CA9C35304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51A68-54C1-4BB0-BC22-A8C6FFFA29CD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097B04-3A92-28B8-084F-260B4D05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24194C-2FC0-B944-5072-D2FC7DFE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2CB09-6D69-4957-B5CF-16DA3D49C2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521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89FE8A-9AB4-0258-7036-657FB0861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820EAE-6ACA-B65A-98C0-1E0D3D3AF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461462-D90A-D6AC-3523-F9DD08481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350EE3-8744-E611-7D09-9AF022C27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51A68-54C1-4BB0-BC22-A8C6FFFA29CD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6CF76E-4A3E-B1C0-8B35-64D20E5E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52431D-327B-3ECD-98C0-F021761B0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2CB09-6D69-4957-B5CF-16DA3D49C2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7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7B7B5-F2E2-50EF-B59C-78537E0E3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473BB15-7083-D7F4-79D2-6604DC89C9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70E3C8-FBE7-4B67-62DF-0F9E2E1E5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7A17ED-6E6A-D32A-FF64-94F07CB61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51A68-54C1-4BB0-BC22-A8C6FFFA29CD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F24225-A7B9-36A9-6A87-9219AFDCA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C70A65-AFDD-649D-00DE-5699738EE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2CB09-6D69-4957-B5CF-16DA3D49C2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162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9BA106-392F-4977-59B3-943E9A7E4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4A8594-CB6B-9A29-3634-79E5FDF1C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27997B-6C3E-7A48-EBE5-4FAA01E8A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51A68-54C1-4BB0-BC22-A8C6FFFA29CD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6D082D-02B7-B06F-7E68-2352FBB5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BA8988-EB98-B11B-4351-14F7E295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2CB09-6D69-4957-B5CF-16DA3D49C2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119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13AE03C-A43B-9299-62BA-04890E2EE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F97B8D-B884-D830-48E6-7D039E075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C32161-21E0-45DE-7CF2-F5F7C4BF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51A68-54C1-4BB0-BC22-A8C6FFFA29CD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8CB48-DEB6-39DD-1725-6FFAC3D53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198536-3092-ACA1-FBC6-BBBD134C7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2CB09-6D69-4957-B5CF-16DA3D49C2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046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6676F5-85C2-85C6-3DB9-C7D46B52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3F2599-BB30-4233-CACA-B52FAA594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0CC8A6-C29F-330F-F778-76BF70707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651A68-54C1-4BB0-BC22-A8C6FFFA29CD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B3C8B1-6552-600D-95EA-9F3622221D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D2BA44-E7AD-EC80-37FD-1CF9435633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2CB09-6D69-4957-B5CF-16DA3D49C2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368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이등변 삼각형 3">
            <a:extLst>
              <a:ext uri="{FF2B5EF4-FFF2-40B4-BE49-F238E27FC236}">
                <a16:creationId xmlns:a16="http://schemas.microsoft.com/office/drawing/2014/main" id="{42BCE298-9D20-6702-0F02-68C8FB77DC36}"/>
              </a:ext>
            </a:extLst>
          </p:cNvPr>
          <p:cNvSpPr/>
          <p:nvPr/>
        </p:nvSpPr>
        <p:spPr>
          <a:xfrm>
            <a:off x="3200826" y="6358151"/>
            <a:ext cx="1685499" cy="1392071"/>
          </a:xfrm>
          <a:prstGeom prst="triangl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35A3872-FCB6-3060-AD07-CD5E2F0A4E41}"/>
              </a:ext>
            </a:extLst>
          </p:cNvPr>
          <p:cNvSpPr/>
          <p:nvPr/>
        </p:nvSpPr>
        <p:spPr>
          <a:xfrm>
            <a:off x="3445822" y="4362450"/>
            <a:ext cx="1162050" cy="23495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FDDCAC-FD3C-E96F-D2AD-DCED35EEBAFC}"/>
              </a:ext>
            </a:extLst>
          </p:cNvPr>
          <p:cNvSpPr/>
          <p:nvPr/>
        </p:nvSpPr>
        <p:spPr>
          <a:xfrm>
            <a:off x="3111500" y="2863850"/>
            <a:ext cx="3054350" cy="20193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각 삼각형 8">
            <a:extLst>
              <a:ext uri="{FF2B5EF4-FFF2-40B4-BE49-F238E27FC236}">
                <a16:creationId xmlns:a16="http://schemas.microsoft.com/office/drawing/2014/main" id="{BFF3CA1B-A984-F9ED-341A-0D48BB7FB970}"/>
              </a:ext>
            </a:extLst>
          </p:cNvPr>
          <p:cNvSpPr/>
          <p:nvPr/>
        </p:nvSpPr>
        <p:spPr>
          <a:xfrm flipV="1">
            <a:off x="4607872" y="4883150"/>
            <a:ext cx="965200" cy="914400"/>
          </a:xfrm>
          <a:prstGeom prst="rtTriangl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>
            <a:extLst>
              <a:ext uri="{FF2B5EF4-FFF2-40B4-BE49-F238E27FC236}">
                <a16:creationId xmlns:a16="http://schemas.microsoft.com/office/drawing/2014/main" id="{22C492F1-15C5-CAC4-38EA-714865B6C603}"/>
              </a:ext>
            </a:extLst>
          </p:cNvPr>
          <p:cNvSpPr/>
          <p:nvPr/>
        </p:nvSpPr>
        <p:spPr>
          <a:xfrm flipH="1">
            <a:off x="3111500" y="1619250"/>
            <a:ext cx="3054350" cy="1244600"/>
          </a:xfrm>
          <a:prstGeom prst="rtTriangl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FBEBBE-F5D1-E4C4-BE09-6730F762761C}"/>
              </a:ext>
            </a:extLst>
          </p:cNvPr>
          <p:cNvSpPr/>
          <p:nvPr/>
        </p:nvSpPr>
        <p:spPr>
          <a:xfrm>
            <a:off x="6165850" y="95250"/>
            <a:ext cx="1663700" cy="36766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3CF3C5-4257-916F-E291-EB536C78065A}"/>
              </a:ext>
            </a:extLst>
          </p:cNvPr>
          <p:cNvSpPr/>
          <p:nvPr/>
        </p:nvSpPr>
        <p:spPr>
          <a:xfrm rot="20232244">
            <a:off x="2564568" y="185943"/>
            <a:ext cx="704850" cy="264795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다리꼴 12">
            <a:extLst>
              <a:ext uri="{FF2B5EF4-FFF2-40B4-BE49-F238E27FC236}">
                <a16:creationId xmlns:a16="http://schemas.microsoft.com/office/drawing/2014/main" id="{5E8A3050-9A3B-E604-5233-4B158C6C8D70}"/>
              </a:ext>
            </a:extLst>
          </p:cNvPr>
          <p:cNvSpPr/>
          <p:nvPr/>
        </p:nvSpPr>
        <p:spPr>
          <a:xfrm rot="5400000">
            <a:off x="-2470721" y="-1909652"/>
            <a:ext cx="3950607" cy="3977872"/>
          </a:xfrm>
          <a:prstGeom prst="trapezoid">
            <a:avLst>
              <a:gd name="adj" fmla="val 34185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5AA164-A147-B639-E92D-ED676BBD9A12}"/>
              </a:ext>
            </a:extLst>
          </p:cNvPr>
          <p:cNvSpPr/>
          <p:nvPr/>
        </p:nvSpPr>
        <p:spPr>
          <a:xfrm>
            <a:off x="1493520" y="-548640"/>
            <a:ext cx="1211580" cy="128778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대각선 줄무늬 14">
            <a:extLst>
              <a:ext uri="{FF2B5EF4-FFF2-40B4-BE49-F238E27FC236}">
                <a16:creationId xmlns:a16="http://schemas.microsoft.com/office/drawing/2014/main" id="{08345192-C67F-08CB-FE91-745B5D62D0E8}"/>
              </a:ext>
            </a:extLst>
          </p:cNvPr>
          <p:cNvSpPr/>
          <p:nvPr/>
        </p:nvSpPr>
        <p:spPr>
          <a:xfrm>
            <a:off x="7829550" y="-1426210"/>
            <a:ext cx="3166110" cy="3042920"/>
          </a:xfrm>
          <a:prstGeom prst="diagStrip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8268DA-EB0B-B65F-0D82-ED03FC5F1110}"/>
              </a:ext>
            </a:extLst>
          </p:cNvPr>
          <p:cNvSpPr/>
          <p:nvPr/>
        </p:nvSpPr>
        <p:spPr>
          <a:xfrm>
            <a:off x="9412604" y="-2365829"/>
            <a:ext cx="4825909" cy="93962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FDFEA9F-66E3-ADAF-42B9-942C26FFE83E}"/>
              </a:ext>
            </a:extLst>
          </p:cNvPr>
          <p:cNvSpPr/>
          <p:nvPr/>
        </p:nvSpPr>
        <p:spPr>
          <a:xfrm>
            <a:off x="2278743" y="-1944914"/>
            <a:ext cx="426357" cy="139627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8E339F6-8CAB-A724-5EA7-8EFAB8C794A9}"/>
              </a:ext>
            </a:extLst>
          </p:cNvPr>
          <p:cNvSpPr/>
          <p:nvPr/>
        </p:nvSpPr>
        <p:spPr>
          <a:xfrm>
            <a:off x="2278743" y="-2481943"/>
            <a:ext cx="1675744" cy="533853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다리꼴 18">
            <a:extLst>
              <a:ext uri="{FF2B5EF4-FFF2-40B4-BE49-F238E27FC236}">
                <a16:creationId xmlns:a16="http://schemas.microsoft.com/office/drawing/2014/main" id="{6E0FE01F-37D1-6125-1F3E-874B1E6AB5C9}"/>
              </a:ext>
            </a:extLst>
          </p:cNvPr>
          <p:cNvSpPr/>
          <p:nvPr/>
        </p:nvSpPr>
        <p:spPr>
          <a:xfrm rot="16200000">
            <a:off x="3182735" y="-2680938"/>
            <a:ext cx="2475342" cy="931839"/>
          </a:xfrm>
          <a:prstGeom prst="trapezoid">
            <a:avLst>
              <a:gd name="adj" fmla="val 106339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다리꼴 19">
            <a:extLst>
              <a:ext uri="{FF2B5EF4-FFF2-40B4-BE49-F238E27FC236}">
                <a16:creationId xmlns:a16="http://schemas.microsoft.com/office/drawing/2014/main" id="{BD94BA71-7925-629F-E83D-D16DB98F9A13}"/>
              </a:ext>
            </a:extLst>
          </p:cNvPr>
          <p:cNvSpPr/>
          <p:nvPr/>
        </p:nvSpPr>
        <p:spPr>
          <a:xfrm rot="5400000" flipH="1">
            <a:off x="6597758" y="-3406398"/>
            <a:ext cx="2746058" cy="1214312"/>
          </a:xfrm>
          <a:prstGeom prst="trapezoid">
            <a:avLst>
              <a:gd name="adj" fmla="val 60919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평행 사변형 20">
            <a:extLst>
              <a:ext uri="{FF2B5EF4-FFF2-40B4-BE49-F238E27FC236}">
                <a16:creationId xmlns:a16="http://schemas.microsoft.com/office/drawing/2014/main" id="{EFF7FC2D-0855-F568-88A8-8E0106C2DED7}"/>
              </a:ext>
            </a:extLst>
          </p:cNvPr>
          <p:cNvSpPr/>
          <p:nvPr/>
        </p:nvSpPr>
        <p:spPr>
          <a:xfrm rot="5400000" flipH="1">
            <a:off x="4467467" y="-3753413"/>
            <a:ext cx="3315020" cy="2477306"/>
          </a:xfrm>
          <a:prstGeom prst="parallelogram">
            <a:avLst>
              <a:gd name="adj" fmla="val 24910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B08EEF3-56E4-D52B-0E84-CD5D5CDE38CB}"/>
              </a:ext>
            </a:extLst>
          </p:cNvPr>
          <p:cNvSpPr/>
          <p:nvPr/>
        </p:nvSpPr>
        <p:spPr>
          <a:xfrm>
            <a:off x="10755086" y="-4876799"/>
            <a:ext cx="3468914" cy="252548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각 삼각형 22">
            <a:extLst>
              <a:ext uri="{FF2B5EF4-FFF2-40B4-BE49-F238E27FC236}">
                <a16:creationId xmlns:a16="http://schemas.microsoft.com/office/drawing/2014/main" id="{2E3AC302-967C-7D09-8459-8DF5C112E113}"/>
              </a:ext>
            </a:extLst>
          </p:cNvPr>
          <p:cNvSpPr/>
          <p:nvPr/>
        </p:nvSpPr>
        <p:spPr>
          <a:xfrm flipV="1">
            <a:off x="8577943" y="-3418078"/>
            <a:ext cx="1335314" cy="1237671"/>
          </a:xfrm>
          <a:prstGeom prst="rtTriangl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BA85F30-71AF-89BC-5018-EDAD96893F4A}"/>
              </a:ext>
            </a:extLst>
          </p:cNvPr>
          <p:cNvSpPr/>
          <p:nvPr/>
        </p:nvSpPr>
        <p:spPr>
          <a:xfrm>
            <a:off x="8577943" y="-3918857"/>
            <a:ext cx="2162630" cy="50077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8835EBE-6F33-293F-DC46-9B41ECE28663}"/>
              </a:ext>
            </a:extLst>
          </p:cNvPr>
          <p:cNvSpPr/>
          <p:nvPr/>
        </p:nvSpPr>
        <p:spPr>
          <a:xfrm>
            <a:off x="12917714" y="-1426213"/>
            <a:ext cx="1320799" cy="519811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다리꼴 25">
            <a:extLst>
              <a:ext uri="{FF2B5EF4-FFF2-40B4-BE49-F238E27FC236}">
                <a16:creationId xmlns:a16="http://schemas.microsoft.com/office/drawing/2014/main" id="{5A01E796-DC3A-F621-C63E-3E47BDC73F57}"/>
              </a:ext>
            </a:extLst>
          </p:cNvPr>
          <p:cNvSpPr/>
          <p:nvPr/>
        </p:nvSpPr>
        <p:spPr>
          <a:xfrm rot="16200000">
            <a:off x="7791451" y="2036898"/>
            <a:ext cx="2278744" cy="2202543"/>
          </a:xfrm>
          <a:prstGeom prst="trapezoid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6138523-8689-DE6C-B1AC-8715C6E1FA28}"/>
              </a:ext>
            </a:extLst>
          </p:cNvPr>
          <p:cNvSpPr/>
          <p:nvPr/>
        </p:nvSpPr>
        <p:spPr>
          <a:xfrm>
            <a:off x="10003067" y="1998797"/>
            <a:ext cx="1922054" cy="227874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평행 사변형 27">
            <a:extLst>
              <a:ext uri="{FF2B5EF4-FFF2-40B4-BE49-F238E27FC236}">
                <a16:creationId xmlns:a16="http://schemas.microsoft.com/office/drawing/2014/main" id="{92940EAA-A9B3-C6B4-8464-0F992493753B}"/>
              </a:ext>
            </a:extLst>
          </p:cNvPr>
          <p:cNvSpPr/>
          <p:nvPr/>
        </p:nvSpPr>
        <p:spPr>
          <a:xfrm rot="16200000" flipH="1">
            <a:off x="10946739" y="2326299"/>
            <a:ext cx="2909889" cy="992594"/>
          </a:xfrm>
          <a:prstGeom prst="parallelogram">
            <a:avLst>
              <a:gd name="adj" fmla="val 65943"/>
            </a:avLst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대각선 줄무늬 28">
            <a:extLst>
              <a:ext uri="{FF2B5EF4-FFF2-40B4-BE49-F238E27FC236}">
                <a16:creationId xmlns:a16="http://schemas.microsoft.com/office/drawing/2014/main" id="{327EBAAB-F5B8-1871-1CF5-16BD62CD74D8}"/>
              </a:ext>
            </a:extLst>
          </p:cNvPr>
          <p:cNvSpPr/>
          <p:nvPr/>
        </p:nvSpPr>
        <p:spPr>
          <a:xfrm>
            <a:off x="17373597" y="-3151414"/>
            <a:ext cx="6487887" cy="6923314"/>
          </a:xfrm>
          <a:prstGeom prst="diagStrip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FD0B0B0-D5B7-B1A3-50FE-80C713368D4B}"/>
              </a:ext>
            </a:extLst>
          </p:cNvPr>
          <p:cNvSpPr/>
          <p:nvPr/>
        </p:nvSpPr>
        <p:spPr>
          <a:xfrm>
            <a:off x="14253026" y="1509918"/>
            <a:ext cx="2510974" cy="110265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다리꼴 30">
            <a:extLst>
              <a:ext uri="{FF2B5EF4-FFF2-40B4-BE49-F238E27FC236}">
                <a16:creationId xmlns:a16="http://schemas.microsoft.com/office/drawing/2014/main" id="{2C2A6FA9-45DE-265F-33E1-30D2910F373B}"/>
              </a:ext>
            </a:extLst>
          </p:cNvPr>
          <p:cNvSpPr/>
          <p:nvPr/>
        </p:nvSpPr>
        <p:spPr>
          <a:xfrm rot="16200000">
            <a:off x="15349765" y="1748065"/>
            <a:ext cx="3438071" cy="609598"/>
          </a:xfrm>
          <a:prstGeom prst="trapezoid">
            <a:avLst>
              <a:gd name="adj" fmla="val 200649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평행 사변형 32">
            <a:extLst>
              <a:ext uri="{FF2B5EF4-FFF2-40B4-BE49-F238E27FC236}">
                <a16:creationId xmlns:a16="http://schemas.microsoft.com/office/drawing/2014/main" id="{9824F97F-F0C0-BC45-AECA-80D240028266}"/>
              </a:ext>
            </a:extLst>
          </p:cNvPr>
          <p:cNvSpPr/>
          <p:nvPr/>
        </p:nvSpPr>
        <p:spPr>
          <a:xfrm>
            <a:off x="19962577" y="0"/>
            <a:ext cx="7048504" cy="954462"/>
          </a:xfrm>
          <a:prstGeom prst="parallelogram">
            <a:avLst>
              <a:gd name="adj" fmla="val 93796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각 삼각형 33">
            <a:extLst>
              <a:ext uri="{FF2B5EF4-FFF2-40B4-BE49-F238E27FC236}">
                <a16:creationId xmlns:a16="http://schemas.microsoft.com/office/drawing/2014/main" id="{CA7B7784-CB17-8553-5112-7A707AC014F7}"/>
              </a:ext>
            </a:extLst>
          </p:cNvPr>
          <p:cNvSpPr/>
          <p:nvPr/>
        </p:nvSpPr>
        <p:spPr>
          <a:xfrm flipH="1">
            <a:off x="26117550" y="0"/>
            <a:ext cx="893531" cy="954462"/>
          </a:xfrm>
          <a:prstGeom prst="rtTriangl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6C17AB3-E47E-B651-5761-2D9C7D9292F9}"/>
              </a:ext>
            </a:extLst>
          </p:cNvPr>
          <p:cNvSpPr/>
          <p:nvPr/>
        </p:nvSpPr>
        <p:spPr>
          <a:xfrm>
            <a:off x="26117550" y="954462"/>
            <a:ext cx="879018" cy="296983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FF40A176-944E-E090-B9C5-9CEF24D05829}"/>
              </a:ext>
            </a:extLst>
          </p:cNvPr>
          <p:cNvCxnSpPr/>
          <p:nvPr/>
        </p:nvCxnSpPr>
        <p:spPr>
          <a:xfrm flipV="1">
            <a:off x="2895600" y="2612571"/>
            <a:ext cx="1352550" cy="58782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DE7A54CE-6273-F0D8-77F3-3AE146A5DEEF}"/>
              </a:ext>
            </a:extLst>
          </p:cNvPr>
          <p:cNvCxnSpPr/>
          <p:nvPr/>
        </p:nvCxnSpPr>
        <p:spPr>
          <a:xfrm flipH="1" flipV="1">
            <a:off x="3215339" y="2343059"/>
            <a:ext cx="554039" cy="106054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C381CC8-6C4F-A1EF-4EF6-7DD5C3376013}"/>
              </a:ext>
            </a:extLst>
          </p:cNvPr>
          <p:cNvSpPr txBox="1"/>
          <p:nvPr/>
        </p:nvSpPr>
        <p:spPr>
          <a:xfrm>
            <a:off x="3200826" y="2360420"/>
            <a:ext cx="128063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>
                <a:solidFill>
                  <a:srgbClr val="FF0000"/>
                </a:solidFill>
                <a:latin typeface="Aptos" panose="020B00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X</a:t>
            </a:r>
            <a:endParaRPr lang="ko-KR" altLang="en-US" b="1" dirty="0">
              <a:solidFill>
                <a:srgbClr val="FF0000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BE635D-47CF-E164-2AC3-7F433B7CEB81}"/>
              </a:ext>
            </a:extLst>
          </p:cNvPr>
          <p:cNvSpPr txBox="1"/>
          <p:nvPr/>
        </p:nvSpPr>
        <p:spPr>
          <a:xfrm>
            <a:off x="7351598" y="2584171"/>
            <a:ext cx="128063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>
                <a:solidFill>
                  <a:srgbClr val="FF0000"/>
                </a:solidFill>
                <a:latin typeface="Aptos" panose="020B00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X</a:t>
            </a:r>
            <a:endParaRPr lang="ko-KR" altLang="en-US" b="1" dirty="0">
              <a:solidFill>
                <a:srgbClr val="FF0000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2673B759-B42A-D369-1EC3-F73BC5E3F7EB}"/>
              </a:ext>
            </a:extLst>
          </p:cNvPr>
          <p:cNvCxnSpPr>
            <a:cxnSpLocks/>
          </p:cNvCxnSpPr>
          <p:nvPr/>
        </p:nvCxnSpPr>
        <p:spPr>
          <a:xfrm flipV="1">
            <a:off x="7701646" y="2439381"/>
            <a:ext cx="7254" cy="148491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2B84FC55-207E-3B35-01C8-1169D6F4E51B}"/>
              </a:ext>
            </a:extLst>
          </p:cNvPr>
          <p:cNvCxnSpPr>
            <a:cxnSpLocks/>
          </p:cNvCxnSpPr>
          <p:nvPr/>
        </p:nvCxnSpPr>
        <p:spPr>
          <a:xfrm>
            <a:off x="7363630" y="3138169"/>
            <a:ext cx="975736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대각선 줄무늬 49">
            <a:extLst>
              <a:ext uri="{FF2B5EF4-FFF2-40B4-BE49-F238E27FC236}">
                <a16:creationId xmlns:a16="http://schemas.microsoft.com/office/drawing/2014/main" id="{34671017-7D0B-C31F-787A-C5D4B2C229BD}"/>
              </a:ext>
            </a:extLst>
          </p:cNvPr>
          <p:cNvSpPr/>
          <p:nvPr/>
        </p:nvSpPr>
        <p:spPr>
          <a:xfrm>
            <a:off x="24384001" y="3924300"/>
            <a:ext cx="2612568" cy="2278744"/>
          </a:xfrm>
          <a:prstGeom prst="diagStripe">
            <a:avLst>
              <a:gd name="adj" fmla="val 6672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사다리꼴 50">
            <a:extLst>
              <a:ext uri="{FF2B5EF4-FFF2-40B4-BE49-F238E27FC236}">
                <a16:creationId xmlns:a16="http://schemas.microsoft.com/office/drawing/2014/main" id="{3C1D2CAF-088D-6771-4796-9FB836F50E40}"/>
              </a:ext>
            </a:extLst>
          </p:cNvPr>
          <p:cNvSpPr/>
          <p:nvPr/>
        </p:nvSpPr>
        <p:spPr>
          <a:xfrm rot="5400000">
            <a:off x="20405248" y="3859868"/>
            <a:ext cx="3950607" cy="3977872"/>
          </a:xfrm>
          <a:prstGeom prst="trapezoid">
            <a:avLst>
              <a:gd name="adj" fmla="val 39972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평행 사변형 51">
            <a:extLst>
              <a:ext uri="{FF2B5EF4-FFF2-40B4-BE49-F238E27FC236}">
                <a16:creationId xmlns:a16="http://schemas.microsoft.com/office/drawing/2014/main" id="{F50EDB57-FC60-F76A-2A7B-E0FEC16920F8}"/>
              </a:ext>
            </a:extLst>
          </p:cNvPr>
          <p:cNvSpPr/>
          <p:nvPr/>
        </p:nvSpPr>
        <p:spPr>
          <a:xfrm>
            <a:off x="24685842" y="-3151414"/>
            <a:ext cx="5349658" cy="3160632"/>
          </a:xfrm>
          <a:prstGeom prst="parallelogram">
            <a:avLst>
              <a:gd name="adj" fmla="val 96428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968222A-65CB-076A-233B-6BC7A79733BA}"/>
              </a:ext>
            </a:extLst>
          </p:cNvPr>
          <p:cNvSpPr/>
          <p:nvPr/>
        </p:nvSpPr>
        <p:spPr>
          <a:xfrm>
            <a:off x="20637500" y="-3918857"/>
            <a:ext cx="9398000" cy="76744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다리꼴 53">
            <a:extLst>
              <a:ext uri="{FF2B5EF4-FFF2-40B4-BE49-F238E27FC236}">
                <a16:creationId xmlns:a16="http://schemas.microsoft.com/office/drawing/2014/main" id="{B4A677C7-E177-61E2-F129-B266BA3E43D9}"/>
              </a:ext>
            </a:extLst>
          </p:cNvPr>
          <p:cNvSpPr/>
          <p:nvPr/>
        </p:nvSpPr>
        <p:spPr>
          <a:xfrm>
            <a:off x="20637501" y="-7462684"/>
            <a:ext cx="9398000" cy="3543827"/>
          </a:xfrm>
          <a:prstGeom prst="trapezoid">
            <a:avLst>
              <a:gd name="adj" fmla="val 111564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8A028B5-B5A9-4007-EAF5-53DDE007CB2B}"/>
              </a:ext>
            </a:extLst>
          </p:cNvPr>
          <p:cNvSpPr/>
          <p:nvPr/>
        </p:nvSpPr>
        <p:spPr>
          <a:xfrm>
            <a:off x="6154951" y="41388"/>
            <a:ext cx="1685499" cy="1828800"/>
          </a:xfrm>
          <a:prstGeom prst="rect">
            <a:avLst/>
          </a:prstGeom>
          <a:pattFill prst="wdUpDiag">
            <a:fgClr>
              <a:schemeClr val="accent2"/>
            </a:fgClr>
            <a:bgClr>
              <a:schemeClr val="bg2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270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Aptos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장명운(2020180033)</dc:creator>
  <cp:lastModifiedBy>장명운(2020180033)</cp:lastModifiedBy>
  <cp:revision>6</cp:revision>
  <dcterms:created xsi:type="dcterms:W3CDTF">2025-01-06T03:16:17Z</dcterms:created>
  <dcterms:modified xsi:type="dcterms:W3CDTF">2025-01-06T04:20:19Z</dcterms:modified>
</cp:coreProperties>
</file>