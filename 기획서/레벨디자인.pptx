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"/>
  </p:notesMasterIdLst>
  <p:sldIdLst>
    <p:sldId id="256" r:id="rId2"/>
    <p:sldId id="257" r:id="rId3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14" autoAdjust="0"/>
    <p:restoredTop sz="95696" autoAdjust="0"/>
  </p:normalViewPr>
  <p:slideViewPr>
    <p:cSldViewPr snapToGrid="0">
      <p:cViewPr>
        <p:scale>
          <a:sx n="50" d="100"/>
          <a:sy n="50" d="100"/>
        </p:scale>
        <p:origin x="816" y="42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E11D9DC-3FEE-4F11-AD35-CEE651F1B297}" type="datetimeFigureOut">
              <a:rPr lang="ko-KR" altLang="en-US" smtClean="0"/>
              <a:t>2025-01-10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714CBA9-0158-404A-81E2-D960BBF1450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340237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714CBA9-0158-404A-81E2-D960BBF1450D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5965735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5351F86-1F2C-086B-DF23-5771ED3411B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49E5193B-1A7E-46C4-2866-8C5A5A46B8C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8FEA7D5-B50C-DD3E-7D02-30B5E95032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651A68-54C1-4BB0-BC22-A8C6FFFA29CD}" type="datetimeFigureOut">
              <a:rPr lang="ko-KR" altLang="en-US" smtClean="0"/>
              <a:t>2025-01-10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B939580-8947-1851-DDC8-5DB368F085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A7FE578-D39F-81E6-C46E-82DB3E9507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72CB09-6D69-4957-B5CF-16DA3D49C2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79583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F322F50-FB77-9891-25E4-A369B62D35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1C23F4E-7D09-00DF-DD2C-974E2002C1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EFBBFB0-9470-79E4-E159-01C50C2809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651A68-54C1-4BB0-BC22-A8C6FFFA29CD}" type="datetimeFigureOut">
              <a:rPr lang="ko-KR" altLang="en-US" smtClean="0"/>
              <a:t>2025-01-10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65227BF-9008-1AAD-593E-53EA47F179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E9D0196-FB5F-5B07-8B72-424204235D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72CB09-6D69-4957-B5CF-16DA3D49C2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585483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5C18F63-4327-A6C1-4B4F-80A835FF29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9CD66B2-52B2-BA99-88AD-03B852C6090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8B8E14E-FE1F-9A91-7FF3-2636926113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651A68-54C1-4BB0-BC22-A8C6FFFA29CD}" type="datetimeFigureOut">
              <a:rPr lang="ko-KR" altLang="en-US" smtClean="0"/>
              <a:t>2025-01-10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688CAD5-7FC1-BA19-D3EA-A6D66488C6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160C78D-ECC6-845C-A590-8851E37C45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72CB09-6D69-4957-B5CF-16DA3D49C2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282031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727C473-1948-2C15-7015-4A99DF722F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9521873-27E6-596B-3A14-08F4CF62D9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BC9EA31-3EB0-C624-125F-F7670C4942C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48A599E-437D-112C-7EBD-D5329AF4D2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651A68-54C1-4BB0-BC22-A8C6FFFA29CD}" type="datetimeFigureOut">
              <a:rPr lang="ko-KR" altLang="en-US" smtClean="0"/>
              <a:t>2025-01-10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41C4A8F-88E3-ADCF-D95B-B7C79B4FBD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68E00B2-D666-DA6B-CB06-F705DF605C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72CB09-6D69-4957-B5CF-16DA3D49C2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211584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6BAE805-369D-4CFC-55A5-CD929A18CE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C9479DF-6CDA-004F-BA1B-CB2BDBF8161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4D4AD28-81BA-E946-CA4E-FF087818DE8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A8F30B6C-F231-8E20-70A6-3097EAECB9B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8E1A77E9-718D-29B8-0D8E-B0716CB5BDD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D072C8B6-61BE-856B-C579-5A76341283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651A68-54C1-4BB0-BC22-A8C6FFFA29CD}" type="datetimeFigureOut">
              <a:rPr lang="ko-KR" altLang="en-US" smtClean="0"/>
              <a:t>2025-01-10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20BBEB76-F665-8306-AFCE-DBA887DAE1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72CBE4C7-5168-A67F-D89C-66B83B7F6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72CB09-6D69-4957-B5CF-16DA3D49C2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122087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F2188F-3CCD-6C7A-AAD2-C5FEABD8F9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F9D78619-09EE-6DF2-FDD9-E9B3716196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651A68-54C1-4BB0-BC22-A8C6FFFA29CD}" type="datetimeFigureOut">
              <a:rPr lang="ko-KR" altLang="en-US" smtClean="0"/>
              <a:t>2025-01-10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521AB923-01D3-1F15-B9CD-0861540924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95CFB137-18D5-B661-502D-2ED5620E1C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72CB09-6D69-4957-B5CF-16DA3D49C2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754702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7BB89450-36CF-A482-1F68-CA9C35304A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651A68-54C1-4BB0-BC22-A8C6FFFA29CD}" type="datetimeFigureOut">
              <a:rPr lang="ko-KR" altLang="en-US" smtClean="0"/>
              <a:t>2025-01-10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3D097B04-3A92-28B8-084F-260B4D051A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524194C-2FC0-B944-5072-D2FC7DFE1B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72CB09-6D69-4957-B5CF-16DA3D49C2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465217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E89FE8A-9AB4-0258-7036-657FB0861B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2820EAE-6ACA-B65A-98C0-1E0D3D3AFC7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19461462-D90A-D6AC-3523-F9DD08481FD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1350EE3-8744-E611-7D09-9AF022C272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651A68-54C1-4BB0-BC22-A8C6FFFA29CD}" type="datetimeFigureOut">
              <a:rPr lang="ko-KR" altLang="en-US" smtClean="0"/>
              <a:t>2025-01-10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56CF76E-4A3E-B1C0-8B35-64D20E5EA0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852431D-327B-3ECD-98C0-F021761B0E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72CB09-6D69-4957-B5CF-16DA3D49C2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50778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D87B7B5-F2E2-50EF-B59C-78537E0E36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B473BB15-7083-D7F4-79D2-6604DC89C90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4770E3C8-FBE7-4B67-62DF-0F9E2E1E503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E7A17ED-6E6A-D32A-FF64-94F07CB613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651A68-54C1-4BB0-BC22-A8C6FFFA29CD}" type="datetimeFigureOut">
              <a:rPr lang="ko-KR" altLang="en-US" smtClean="0"/>
              <a:t>2025-01-10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DF24225-A7B9-36A9-6A87-9219AFDCAF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0C70A65-AFDD-649D-00DE-5699738EE7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72CB09-6D69-4957-B5CF-16DA3D49C2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211628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59BA106-392F-4977-59B3-943E9A7E42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94A8594-CB6B-9A29-3634-79E5FDF1C11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627997B-6C3E-7A48-EBE5-4FAA01E8AE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651A68-54C1-4BB0-BC22-A8C6FFFA29CD}" type="datetimeFigureOut">
              <a:rPr lang="ko-KR" altLang="en-US" smtClean="0"/>
              <a:t>2025-01-10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56D082D-02B7-B06F-7E68-2352FBB536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4BA8988-EB98-B11B-4351-14F7E2951F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72CB09-6D69-4957-B5CF-16DA3D49C2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201190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513AE03C-A43B-9299-62BA-04890E2EEA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43F97B8D-B884-D830-48E6-7D039E075EC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9C32161-21E0-45DE-7CF2-F5F7C4BFAF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651A68-54C1-4BB0-BC22-A8C6FFFA29CD}" type="datetimeFigureOut">
              <a:rPr lang="ko-KR" altLang="en-US" smtClean="0"/>
              <a:t>2025-01-10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568CB48-DEB6-39DD-1725-6FFAC3D536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5198536-3092-ACA1-FBC6-BBBD134C77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72CB09-6D69-4957-B5CF-16DA3D49C2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060462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CE6676F5-85C2-85C6-3DB9-C7D46B5201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F3F2599-BB30-4233-CACA-B52FAA594C7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90CC8A6-C29F-330F-F778-76BF7070731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3651A68-54C1-4BB0-BC22-A8C6FFFA29CD}" type="datetimeFigureOut">
              <a:rPr lang="ko-KR" altLang="en-US" smtClean="0"/>
              <a:t>2025-01-10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CB3C8B1-6552-600D-95EA-9F3622221D4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5D2BA44-E7AD-EC80-37FD-1CF9435633D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672CB09-6D69-4957-B5CF-16DA3D49C2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813684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8" name="그룹 117">
            <a:extLst>
              <a:ext uri="{FF2B5EF4-FFF2-40B4-BE49-F238E27FC236}">
                <a16:creationId xmlns:a16="http://schemas.microsoft.com/office/drawing/2014/main" id="{E6C65F15-859D-937B-0A44-5B53813D5A99}"/>
              </a:ext>
            </a:extLst>
          </p:cNvPr>
          <p:cNvGrpSpPr/>
          <p:nvPr/>
        </p:nvGrpSpPr>
        <p:grpSpPr>
          <a:xfrm>
            <a:off x="-2484353" y="-14123350"/>
            <a:ext cx="36503382" cy="21947457"/>
            <a:chOff x="-2484353" y="-14123350"/>
            <a:chExt cx="36503382" cy="21947457"/>
          </a:xfrm>
        </p:grpSpPr>
        <p:sp>
          <p:nvSpPr>
            <p:cNvPr id="4" name="이등변 삼각형 3">
              <a:extLst>
                <a:ext uri="{FF2B5EF4-FFF2-40B4-BE49-F238E27FC236}">
                  <a16:creationId xmlns:a16="http://schemas.microsoft.com/office/drawing/2014/main" id="{42BCE298-9D20-6702-0F02-68C8FB77DC36}"/>
                </a:ext>
              </a:extLst>
            </p:cNvPr>
            <p:cNvSpPr/>
            <p:nvPr/>
          </p:nvSpPr>
          <p:spPr>
            <a:xfrm>
              <a:off x="3200826" y="6358151"/>
              <a:ext cx="1685499" cy="1392071"/>
            </a:xfrm>
            <a:prstGeom prst="triangle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135A3872-FCB6-3060-AD07-CD5E2F0A4E41}"/>
                </a:ext>
              </a:extLst>
            </p:cNvPr>
            <p:cNvSpPr/>
            <p:nvPr/>
          </p:nvSpPr>
          <p:spPr>
            <a:xfrm>
              <a:off x="3445822" y="4362450"/>
              <a:ext cx="1162050" cy="2349500"/>
            </a:xfrm>
            <a:prstGeom prst="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직사각형 7">
              <a:extLst>
                <a:ext uri="{FF2B5EF4-FFF2-40B4-BE49-F238E27FC236}">
                  <a16:creationId xmlns:a16="http://schemas.microsoft.com/office/drawing/2014/main" id="{73FDDCAC-FD3C-E96F-D2AD-DCED35EEBAFC}"/>
                </a:ext>
              </a:extLst>
            </p:cNvPr>
            <p:cNvSpPr/>
            <p:nvPr/>
          </p:nvSpPr>
          <p:spPr>
            <a:xfrm>
              <a:off x="3111500" y="2863850"/>
              <a:ext cx="3054350" cy="2019300"/>
            </a:xfrm>
            <a:prstGeom prst="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" name="직각 삼각형 8">
              <a:extLst>
                <a:ext uri="{FF2B5EF4-FFF2-40B4-BE49-F238E27FC236}">
                  <a16:creationId xmlns:a16="http://schemas.microsoft.com/office/drawing/2014/main" id="{BFF3CA1B-A984-F9ED-341A-0D48BB7FB970}"/>
                </a:ext>
              </a:extLst>
            </p:cNvPr>
            <p:cNvSpPr/>
            <p:nvPr/>
          </p:nvSpPr>
          <p:spPr>
            <a:xfrm flipV="1">
              <a:off x="4607872" y="4883150"/>
              <a:ext cx="965200" cy="914400"/>
            </a:xfrm>
            <a:prstGeom prst="rtTriangle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" name="직각 삼각형 9">
              <a:extLst>
                <a:ext uri="{FF2B5EF4-FFF2-40B4-BE49-F238E27FC236}">
                  <a16:creationId xmlns:a16="http://schemas.microsoft.com/office/drawing/2014/main" id="{22C492F1-15C5-CAC4-38EA-714865B6C603}"/>
                </a:ext>
              </a:extLst>
            </p:cNvPr>
            <p:cNvSpPr/>
            <p:nvPr/>
          </p:nvSpPr>
          <p:spPr>
            <a:xfrm flipH="1">
              <a:off x="3111500" y="1619250"/>
              <a:ext cx="3054350" cy="1244600"/>
            </a:xfrm>
            <a:prstGeom prst="rtTriangle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" name="직사각형 10">
              <a:extLst>
                <a:ext uri="{FF2B5EF4-FFF2-40B4-BE49-F238E27FC236}">
                  <a16:creationId xmlns:a16="http://schemas.microsoft.com/office/drawing/2014/main" id="{D7FBEBBE-F5D1-E4C4-BE09-6730F762761C}"/>
                </a:ext>
              </a:extLst>
            </p:cNvPr>
            <p:cNvSpPr/>
            <p:nvPr/>
          </p:nvSpPr>
          <p:spPr>
            <a:xfrm>
              <a:off x="6165850" y="95250"/>
              <a:ext cx="1663700" cy="3676650"/>
            </a:xfrm>
            <a:prstGeom prst="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직사각형 11">
              <a:extLst>
                <a:ext uri="{FF2B5EF4-FFF2-40B4-BE49-F238E27FC236}">
                  <a16:creationId xmlns:a16="http://schemas.microsoft.com/office/drawing/2014/main" id="{2F3CF3C5-4257-916F-E291-EB536C78065A}"/>
                </a:ext>
              </a:extLst>
            </p:cNvPr>
            <p:cNvSpPr/>
            <p:nvPr/>
          </p:nvSpPr>
          <p:spPr>
            <a:xfrm rot="20232244">
              <a:off x="2564568" y="185943"/>
              <a:ext cx="704850" cy="2647950"/>
            </a:xfrm>
            <a:prstGeom prst="rect">
              <a:avLst/>
            </a:prstGeom>
            <a:solidFill>
              <a:schemeClr val="tx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" name="사다리꼴 12">
              <a:extLst>
                <a:ext uri="{FF2B5EF4-FFF2-40B4-BE49-F238E27FC236}">
                  <a16:creationId xmlns:a16="http://schemas.microsoft.com/office/drawing/2014/main" id="{5E8A3050-9A3B-E604-5233-4B158C6C8D70}"/>
                </a:ext>
              </a:extLst>
            </p:cNvPr>
            <p:cNvSpPr/>
            <p:nvPr/>
          </p:nvSpPr>
          <p:spPr>
            <a:xfrm rot="5400000">
              <a:off x="-2470721" y="-1909652"/>
              <a:ext cx="3950607" cy="3977872"/>
            </a:xfrm>
            <a:prstGeom prst="trapezoid">
              <a:avLst>
                <a:gd name="adj" fmla="val 34185"/>
              </a:avLst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" name="직사각형 13">
              <a:extLst>
                <a:ext uri="{FF2B5EF4-FFF2-40B4-BE49-F238E27FC236}">
                  <a16:creationId xmlns:a16="http://schemas.microsoft.com/office/drawing/2014/main" id="{115AA164-A147-B639-E92D-ED676BBD9A12}"/>
                </a:ext>
              </a:extLst>
            </p:cNvPr>
            <p:cNvSpPr/>
            <p:nvPr/>
          </p:nvSpPr>
          <p:spPr>
            <a:xfrm>
              <a:off x="1493520" y="-548640"/>
              <a:ext cx="1211580" cy="1287780"/>
            </a:xfrm>
            <a:prstGeom prst="rect">
              <a:avLst/>
            </a:prstGeom>
            <a:solidFill>
              <a:schemeClr val="tx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" name="대각선 줄무늬 14">
              <a:extLst>
                <a:ext uri="{FF2B5EF4-FFF2-40B4-BE49-F238E27FC236}">
                  <a16:creationId xmlns:a16="http://schemas.microsoft.com/office/drawing/2014/main" id="{08345192-C67F-08CB-FE91-745B5D62D0E8}"/>
                </a:ext>
              </a:extLst>
            </p:cNvPr>
            <p:cNvSpPr/>
            <p:nvPr/>
          </p:nvSpPr>
          <p:spPr>
            <a:xfrm>
              <a:off x="7829550" y="-1426210"/>
              <a:ext cx="3166110" cy="3042920"/>
            </a:xfrm>
            <a:prstGeom prst="diagStripe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16" name="직사각형 15">
              <a:extLst>
                <a:ext uri="{FF2B5EF4-FFF2-40B4-BE49-F238E27FC236}">
                  <a16:creationId xmlns:a16="http://schemas.microsoft.com/office/drawing/2014/main" id="{F48268DA-EB0B-B65F-0D82-ED03FC5F1110}"/>
                </a:ext>
              </a:extLst>
            </p:cNvPr>
            <p:cNvSpPr/>
            <p:nvPr/>
          </p:nvSpPr>
          <p:spPr>
            <a:xfrm>
              <a:off x="9412604" y="-2365829"/>
              <a:ext cx="4825909" cy="939620"/>
            </a:xfrm>
            <a:prstGeom prst="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" name="직사각형 16">
              <a:extLst>
                <a:ext uri="{FF2B5EF4-FFF2-40B4-BE49-F238E27FC236}">
                  <a16:creationId xmlns:a16="http://schemas.microsoft.com/office/drawing/2014/main" id="{3FDFEA9F-66E3-ADAF-42B9-942C26FFE83E}"/>
                </a:ext>
              </a:extLst>
            </p:cNvPr>
            <p:cNvSpPr/>
            <p:nvPr/>
          </p:nvSpPr>
          <p:spPr>
            <a:xfrm>
              <a:off x="2278743" y="-1944914"/>
              <a:ext cx="426357" cy="1396274"/>
            </a:xfrm>
            <a:prstGeom prst="rect">
              <a:avLst/>
            </a:prstGeom>
            <a:solidFill>
              <a:schemeClr val="tx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" name="직사각형 17">
              <a:extLst>
                <a:ext uri="{FF2B5EF4-FFF2-40B4-BE49-F238E27FC236}">
                  <a16:creationId xmlns:a16="http://schemas.microsoft.com/office/drawing/2014/main" id="{D8E339F6-8CAB-A724-5EA7-8EFAB8C794A9}"/>
                </a:ext>
              </a:extLst>
            </p:cNvPr>
            <p:cNvSpPr/>
            <p:nvPr/>
          </p:nvSpPr>
          <p:spPr>
            <a:xfrm>
              <a:off x="2278743" y="-2481943"/>
              <a:ext cx="1675744" cy="533853"/>
            </a:xfrm>
            <a:prstGeom prst="rect">
              <a:avLst/>
            </a:prstGeom>
            <a:solidFill>
              <a:schemeClr val="tx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" name="사다리꼴 18">
              <a:extLst>
                <a:ext uri="{FF2B5EF4-FFF2-40B4-BE49-F238E27FC236}">
                  <a16:creationId xmlns:a16="http://schemas.microsoft.com/office/drawing/2014/main" id="{6E0FE01F-37D1-6125-1F3E-874B1E6AB5C9}"/>
                </a:ext>
              </a:extLst>
            </p:cNvPr>
            <p:cNvSpPr/>
            <p:nvPr/>
          </p:nvSpPr>
          <p:spPr>
            <a:xfrm rot="16200000">
              <a:off x="3182735" y="-2680938"/>
              <a:ext cx="2475342" cy="931839"/>
            </a:xfrm>
            <a:prstGeom prst="trapezoid">
              <a:avLst>
                <a:gd name="adj" fmla="val 106339"/>
              </a:avLst>
            </a:prstGeom>
            <a:solidFill>
              <a:schemeClr val="accent4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" name="사다리꼴 19">
              <a:extLst>
                <a:ext uri="{FF2B5EF4-FFF2-40B4-BE49-F238E27FC236}">
                  <a16:creationId xmlns:a16="http://schemas.microsoft.com/office/drawing/2014/main" id="{BD94BA71-7925-629F-E83D-D16DB98F9A13}"/>
                </a:ext>
              </a:extLst>
            </p:cNvPr>
            <p:cNvSpPr/>
            <p:nvPr/>
          </p:nvSpPr>
          <p:spPr>
            <a:xfrm rot="5400000" flipH="1">
              <a:off x="6597758" y="-3406398"/>
              <a:ext cx="2746058" cy="1214312"/>
            </a:xfrm>
            <a:prstGeom prst="trapezoid">
              <a:avLst>
                <a:gd name="adj" fmla="val 60919"/>
              </a:avLst>
            </a:prstGeom>
            <a:solidFill>
              <a:schemeClr val="accent4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1" name="평행 사변형 20">
              <a:extLst>
                <a:ext uri="{FF2B5EF4-FFF2-40B4-BE49-F238E27FC236}">
                  <a16:creationId xmlns:a16="http://schemas.microsoft.com/office/drawing/2014/main" id="{EFF7FC2D-0855-F568-88A8-8E0106C2DED7}"/>
                </a:ext>
              </a:extLst>
            </p:cNvPr>
            <p:cNvSpPr/>
            <p:nvPr/>
          </p:nvSpPr>
          <p:spPr>
            <a:xfrm rot="5400000" flipH="1">
              <a:off x="4467467" y="-3753413"/>
              <a:ext cx="3315020" cy="2477306"/>
            </a:xfrm>
            <a:prstGeom prst="parallelogram">
              <a:avLst>
                <a:gd name="adj" fmla="val 24910"/>
              </a:avLst>
            </a:prstGeom>
            <a:solidFill>
              <a:schemeClr val="accent4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" name="직사각형 21">
              <a:extLst>
                <a:ext uri="{FF2B5EF4-FFF2-40B4-BE49-F238E27FC236}">
                  <a16:creationId xmlns:a16="http://schemas.microsoft.com/office/drawing/2014/main" id="{5B08EEF3-56E4-D52B-0E84-CD5D5CDE38CB}"/>
                </a:ext>
              </a:extLst>
            </p:cNvPr>
            <p:cNvSpPr/>
            <p:nvPr/>
          </p:nvSpPr>
          <p:spPr>
            <a:xfrm>
              <a:off x="10755086" y="-4876799"/>
              <a:ext cx="3468914" cy="2525486"/>
            </a:xfrm>
            <a:prstGeom prst="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3" name="직각 삼각형 22">
              <a:extLst>
                <a:ext uri="{FF2B5EF4-FFF2-40B4-BE49-F238E27FC236}">
                  <a16:creationId xmlns:a16="http://schemas.microsoft.com/office/drawing/2014/main" id="{2E3AC302-967C-7D09-8459-8DF5C112E113}"/>
                </a:ext>
              </a:extLst>
            </p:cNvPr>
            <p:cNvSpPr/>
            <p:nvPr/>
          </p:nvSpPr>
          <p:spPr>
            <a:xfrm flipV="1">
              <a:off x="8577943" y="-3418078"/>
              <a:ext cx="1335314" cy="1237671"/>
            </a:xfrm>
            <a:prstGeom prst="rtTriangle">
              <a:avLst/>
            </a:prstGeom>
            <a:solidFill>
              <a:schemeClr val="tx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4" name="직사각형 23">
              <a:extLst>
                <a:ext uri="{FF2B5EF4-FFF2-40B4-BE49-F238E27FC236}">
                  <a16:creationId xmlns:a16="http://schemas.microsoft.com/office/drawing/2014/main" id="{1BA85F30-71AF-89BC-5018-EDAD96893F4A}"/>
                </a:ext>
              </a:extLst>
            </p:cNvPr>
            <p:cNvSpPr/>
            <p:nvPr/>
          </p:nvSpPr>
          <p:spPr>
            <a:xfrm>
              <a:off x="8577943" y="-3918857"/>
              <a:ext cx="2162630" cy="500776"/>
            </a:xfrm>
            <a:prstGeom prst="rect">
              <a:avLst/>
            </a:prstGeom>
            <a:solidFill>
              <a:schemeClr val="tx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5" name="직사각형 24">
              <a:extLst>
                <a:ext uri="{FF2B5EF4-FFF2-40B4-BE49-F238E27FC236}">
                  <a16:creationId xmlns:a16="http://schemas.microsoft.com/office/drawing/2014/main" id="{D8835EBE-6F33-293F-DC46-9B41ECE28663}"/>
                </a:ext>
              </a:extLst>
            </p:cNvPr>
            <p:cNvSpPr/>
            <p:nvPr/>
          </p:nvSpPr>
          <p:spPr>
            <a:xfrm>
              <a:off x="12917714" y="-1426213"/>
              <a:ext cx="1320799" cy="5045713"/>
            </a:xfrm>
            <a:prstGeom prst="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6" name="사다리꼴 25">
              <a:extLst>
                <a:ext uri="{FF2B5EF4-FFF2-40B4-BE49-F238E27FC236}">
                  <a16:creationId xmlns:a16="http://schemas.microsoft.com/office/drawing/2014/main" id="{5A01E796-DC3A-F621-C63E-3E47BDC73F57}"/>
                </a:ext>
              </a:extLst>
            </p:cNvPr>
            <p:cNvSpPr/>
            <p:nvPr/>
          </p:nvSpPr>
          <p:spPr>
            <a:xfrm rot="16200000">
              <a:off x="7791451" y="2036898"/>
              <a:ext cx="2278744" cy="2202543"/>
            </a:xfrm>
            <a:prstGeom prst="trapezoid">
              <a:avLst/>
            </a:prstGeom>
            <a:solidFill>
              <a:schemeClr val="tx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7" name="직사각형 26">
              <a:extLst>
                <a:ext uri="{FF2B5EF4-FFF2-40B4-BE49-F238E27FC236}">
                  <a16:creationId xmlns:a16="http://schemas.microsoft.com/office/drawing/2014/main" id="{36138523-8689-DE6C-B1AC-8715C6E1FA28}"/>
                </a:ext>
              </a:extLst>
            </p:cNvPr>
            <p:cNvSpPr/>
            <p:nvPr/>
          </p:nvSpPr>
          <p:spPr>
            <a:xfrm>
              <a:off x="10003067" y="1998797"/>
              <a:ext cx="1922054" cy="2278744"/>
            </a:xfrm>
            <a:prstGeom prst="rect">
              <a:avLst/>
            </a:prstGeom>
            <a:solidFill>
              <a:schemeClr val="tx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8" name="평행 사변형 27">
              <a:extLst>
                <a:ext uri="{FF2B5EF4-FFF2-40B4-BE49-F238E27FC236}">
                  <a16:creationId xmlns:a16="http://schemas.microsoft.com/office/drawing/2014/main" id="{92940EAA-A9B3-C6B4-8464-0F992493753B}"/>
                </a:ext>
              </a:extLst>
            </p:cNvPr>
            <p:cNvSpPr/>
            <p:nvPr/>
          </p:nvSpPr>
          <p:spPr>
            <a:xfrm rot="16200000" flipH="1">
              <a:off x="10946739" y="2326299"/>
              <a:ext cx="2909889" cy="992594"/>
            </a:xfrm>
            <a:prstGeom prst="parallelogram">
              <a:avLst>
                <a:gd name="adj" fmla="val 65943"/>
              </a:avLst>
            </a:prstGeom>
            <a:solidFill>
              <a:schemeClr val="tx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9" name="대각선 줄무늬 28">
              <a:extLst>
                <a:ext uri="{FF2B5EF4-FFF2-40B4-BE49-F238E27FC236}">
                  <a16:creationId xmlns:a16="http://schemas.microsoft.com/office/drawing/2014/main" id="{327EBAAB-F5B8-1871-1CF5-16BD62CD74D8}"/>
                </a:ext>
              </a:extLst>
            </p:cNvPr>
            <p:cNvSpPr/>
            <p:nvPr/>
          </p:nvSpPr>
          <p:spPr>
            <a:xfrm>
              <a:off x="17373597" y="-3151414"/>
              <a:ext cx="6487887" cy="6923314"/>
            </a:xfrm>
            <a:prstGeom prst="diagStripe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30" name="직사각형 29">
              <a:extLst>
                <a:ext uri="{FF2B5EF4-FFF2-40B4-BE49-F238E27FC236}">
                  <a16:creationId xmlns:a16="http://schemas.microsoft.com/office/drawing/2014/main" id="{4FD0B0B0-D5B7-B1A3-50FE-80C713368D4B}"/>
                </a:ext>
              </a:extLst>
            </p:cNvPr>
            <p:cNvSpPr/>
            <p:nvPr/>
          </p:nvSpPr>
          <p:spPr>
            <a:xfrm>
              <a:off x="14253026" y="1509918"/>
              <a:ext cx="2510974" cy="1102653"/>
            </a:xfrm>
            <a:prstGeom prst="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1" name="사다리꼴 30">
              <a:extLst>
                <a:ext uri="{FF2B5EF4-FFF2-40B4-BE49-F238E27FC236}">
                  <a16:creationId xmlns:a16="http://schemas.microsoft.com/office/drawing/2014/main" id="{2C2A6FA9-45DE-265F-33E1-30D2910F373B}"/>
                </a:ext>
              </a:extLst>
            </p:cNvPr>
            <p:cNvSpPr/>
            <p:nvPr/>
          </p:nvSpPr>
          <p:spPr>
            <a:xfrm rot="16200000">
              <a:off x="15349765" y="1748065"/>
              <a:ext cx="3438071" cy="609598"/>
            </a:xfrm>
            <a:prstGeom prst="trapezoid">
              <a:avLst>
                <a:gd name="adj" fmla="val 200649"/>
              </a:avLst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3" name="평행 사변형 32">
              <a:extLst>
                <a:ext uri="{FF2B5EF4-FFF2-40B4-BE49-F238E27FC236}">
                  <a16:creationId xmlns:a16="http://schemas.microsoft.com/office/drawing/2014/main" id="{9824F97F-F0C0-BC45-AECA-80D240028266}"/>
                </a:ext>
              </a:extLst>
            </p:cNvPr>
            <p:cNvSpPr/>
            <p:nvPr/>
          </p:nvSpPr>
          <p:spPr>
            <a:xfrm>
              <a:off x="19962577" y="0"/>
              <a:ext cx="7048504" cy="954462"/>
            </a:xfrm>
            <a:prstGeom prst="parallelogram">
              <a:avLst>
                <a:gd name="adj" fmla="val 93796"/>
              </a:avLst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4" name="직각 삼각형 33">
              <a:extLst>
                <a:ext uri="{FF2B5EF4-FFF2-40B4-BE49-F238E27FC236}">
                  <a16:creationId xmlns:a16="http://schemas.microsoft.com/office/drawing/2014/main" id="{CA7B7784-CB17-8553-5112-7A707AC014F7}"/>
                </a:ext>
              </a:extLst>
            </p:cNvPr>
            <p:cNvSpPr/>
            <p:nvPr/>
          </p:nvSpPr>
          <p:spPr>
            <a:xfrm flipH="1">
              <a:off x="26117550" y="0"/>
              <a:ext cx="893531" cy="954462"/>
            </a:xfrm>
            <a:prstGeom prst="rtTriangle">
              <a:avLst/>
            </a:prstGeom>
            <a:pattFill prst="wdDnDiag">
              <a:fgClr>
                <a:srgbClr val="92D050"/>
              </a:fgClr>
              <a:bgClr>
                <a:schemeClr val="bg2"/>
              </a:bgClr>
            </a:patt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5" name="직사각형 34">
              <a:extLst>
                <a:ext uri="{FF2B5EF4-FFF2-40B4-BE49-F238E27FC236}">
                  <a16:creationId xmlns:a16="http://schemas.microsoft.com/office/drawing/2014/main" id="{56C17AB3-E47E-B651-5761-2D9C7D9292F9}"/>
                </a:ext>
              </a:extLst>
            </p:cNvPr>
            <p:cNvSpPr/>
            <p:nvPr/>
          </p:nvSpPr>
          <p:spPr>
            <a:xfrm>
              <a:off x="26117550" y="954462"/>
              <a:ext cx="879018" cy="2969838"/>
            </a:xfrm>
            <a:prstGeom prst="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37" name="직선 연결선 36">
              <a:extLst>
                <a:ext uri="{FF2B5EF4-FFF2-40B4-BE49-F238E27FC236}">
                  <a16:creationId xmlns:a16="http://schemas.microsoft.com/office/drawing/2014/main" id="{FF40A176-944E-E090-B9C5-9CEF24D05829}"/>
                </a:ext>
              </a:extLst>
            </p:cNvPr>
            <p:cNvCxnSpPr/>
            <p:nvPr/>
          </p:nvCxnSpPr>
          <p:spPr>
            <a:xfrm flipV="1">
              <a:off x="2895600" y="2612571"/>
              <a:ext cx="1352550" cy="587829"/>
            </a:xfrm>
            <a:prstGeom prst="line">
              <a:avLst/>
            </a:prstGeom>
            <a:ln w="762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직선 화살표 연결선 38">
              <a:extLst>
                <a:ext uri="{FF2B5EF4-FFF2-40B4-BE49-F238E27FC236}">
                  <a16:creationId xmlns:a16="http://schemas.microsoft.com/office/drawing/2014/main" id="{DE7A54CE-6273-F0D8-77F3-3AE146A5DEEF}"/>
                </a:ext>
              </a:extLst>
            </p:cNvPr>
            <p:cNvCxnSpPr/>
            <p:nvPr/>
          </p:nvCxnSpPr>
          <p:spPr>
            <a:xfrm flipH="1" flipV="1">
              <a:off x="3215339" y="2343059"/>
              <a:ext cx="554039" cy="1060541"/>
            </a:xfrm>
            <a:prstGeom prst="straightConnector1">
              <a:avLst/>
            </a:prstGeom>
            <a:ln w="762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FC381CC8-6C4F-A1EF-4EF6-7DD5C3376013}"/>
                </a:ext>
              </a:extLst>
            </p:cNvPr>
            <p:cNvSpPr txBox="1"/>
            <p:nvPr/>
          </p:nvSpPr>
          <p:spPr>
            <a:xfrm>
              <a:off x="3200826" y="2360420"/>
              <a:ext cx="1280635" cy="110799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6600" b="1" dirty="0">
                  <a:solidFill>
                    <a:srgbClr val="FF0000"/>
                  </a:solidFill>
                  <a:latin typeface="Aptos" panose="020B0004020202020204" pitchFamily="34" charset="0"/>
                  <a:ea typeface="ADLaM Display" panose="020F0502020204030204" pitchFamily="2" charset="0"/>
                  <a:cs typeface="Arial" panose="020B0604020202020204" pitchFamily="34" charset="0"/>
                </a:rPr>
                <a:t>X</a:t>
              </a:r>
              <a:endParaRPr lang="ko-KR" altLang="en-US" b="1" dirty="0">
                <a:solidFill>
                  <a:srgbClr val="FF0000"/>
                </a:solidFill>
                <a:latin typeface="Aptos" panose="020B00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A7BE635D-47CF-E164-2AC3-7F433B7CEB81}"/>
                </a:ext>
              </a:extLst>
            </p:cNvPr>
            <p:cNvSpPr txBox="1"/>
            <p:nvPr/>
          </p:nvSpPr>
          <p:spPr>
            <a:xfrm>
              <a:off x="7351598" y="2584171"/>
              <a:ext cx="1280635" cy="110799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6600" b="1" dirty="0">
                  <a:solidFill>
                    <a:srgbClr val="FF0000"/>
                  </a:solidFill>
                  <a:latin typeface="Aptos" panose="020B0004020202020204" pitchFamily="34" charset="0"/>
                  <a:ea typeface="ADLaM Display" panose="020F0502020204030204" pitchFamily="2" charset="0"/>
                  <a:cs typeface="Arial" panose="020B0604020202020204" pitchFamily="34" charset="0"/>
                </a:rPr>
                <a:t>X</a:t>
              </a:r>
              <a:endParaRPr lang="ko-KR" altLang="en-US" b="1" dirty="0">
                <a:solidFill>
                  <a:srgbClr val="FF0000"/>
                </a:solidFill>
                <a:latin typeface="Aptos" panose="020B0004020202020204" pitchFamily="34" charset="0"/>
                <a:cs typeface="Arial" panose="020B0604020202020204" pitchFamily="34" charset="0"/>
              </a:endParaRPr>
            </a:p>
          </p:txBody>
        </p:sp>
        <p:cxnSp>
          <p:nvCxnSpPr>
            <p:cNvPr id="42" name="직선 연결선 41">
              <a:extLst>
                <a:ext uri="{FF2B5EF4-FFF2-40B4-BE49-F238E27FC236}">
                  <a16:creationId xmlns:a16="http://schemas.microsoft.com/office/drawing/2014/main" id="{2673B759-B42A-D369-1EC3-F73BC5E3F7E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701646" y="2439381"/>
              <a:ext cx="7254" cy="1484919"/>
            </a:xfrm>
            <a:prstGeom prst="line">
              <a:avLst/>
            </a:prstGeom>
            <a:ln w="762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직선 화살표 연결선 45">
              <a:extLst>
                <a:ext uri="{FF2B5EF4-FFF2-40B4-BE49-F238E27FC236}">
                  <a16:creationId xmlns:a16="http://schemas.microsoft.com/office/drawing/2014/main" id="{2B84FC55-207E-3B35-01C8-1169D6F4E51B}"/>
                </a:ext>
              </a:extLst>
            </p:cNvPr>
            <p:cNvCxnSpPr>
              <a:cxnSpLocks/>
            </p:cNvCxnSpPr>
            <p:nvPr/>
          </p:nvCxnSpPr>
          <p:spPr>
            <a:xfrm>
              <a:off x="7363630" y="3138169"/>
              <a:ext cx="975736" cy="0"/>
            </a:xfrm>
            <a:prstGeom prst="straightConnector1">
              <a:avLst/>
            </a:prstGeom>
            <a:ln w="762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0" name="대각선 줄무늬 49">
              <a:extLst>
                <a:ext uri="{FF2B5EF4-FFF2-40B4-BE49-F238E27FC236}">
                  <a16:creationId xmlns:a16="http://schemas.microsoft.com/office/drawing/2014/main" id="{34671017-7D0B-C31F-787A-C5D4B2C229BD}"/>
                </a:ext>
              </a:extLst>
            </p:cNvPr>
            <p:cNvSpPr/>
            <p:nvPr/>
          </p:nvSpPr>
          <p:spPr>
            <a:xfrm>
              <a:off x="24384001" y="3924300"/>
              <a:ext cx="2612568" cy="2278744"/>
            </a:xfrm>
            <a:prstGeom prst="diagStripe">
              <a:avLst>
                <a:gd name="adj" fmla="val 66720"/>
              </a:avLst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51" name="사다리꼴 50">
              <a:extLst>
                <a:ext uri="{FF2B5EF4-FFF2-40B4-BE49-F238E27FC236}">
                  <a16:creationId xmlns:a16="http://schemas.microsoft.com/office/drawing/2014/main" id="{3C1D2CAF-088D-6771-4796-9FB836F50E40}"/>
                </a:ext>
              </a:extLst>
            </p:cNvPr>
            <p:cNvSpPr/>
            <p:nvPr/>
          </p:nvSpPr>
          <p:spPr>
            <a:xfrm rot="5400000">
              <a:off x="20405248" y="3859868"/>
              <a:ext cx="3950607" cy="3977872"/>
            </a:xfrm>
            <a:prstGeom prst="trapezoid">
              <a:avLst>
                <a:gd name="adj" fmla="val 39972"/>
              </a:avLst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2" name="평행 사변형 51">
              <a:extLst>
                <a:ext uri="{FF2B5EF4-FFF2-40B4-BE49-F238E27FC236}">
                  <a16:creationId xmlns:a16="http://schemas.microsoft.com/office/drawing/2014/main" id="{F50EDB57-FC60-F76A-2A7B-E0FEC16920F8}"/>
                </a:ext>
              </a:extLst>
            </p:cNvPr>
            <p:cNvSpPr/>
            <p:nvPr/>
          </p:nvSpPr>
          <p:spPr>
            <a:xfrm>
              <a:off x="24685842" y="-3151414"/>
              <a:ext cx="5349658" cy="3160632"/>
            </a:xfrm>
            <a:prstGeom prst="parallelogram">
              <a:avLst>
                <a:gd name="adj" fmla="val 96428"/>
              </a:avLst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3" name="직사각형 52">
              <a:extLst>
                <a:ext uri="{FF2B5EF4-FFF2-40B4-BE49-F238E27FC236}">
                  <a16:creationId xmlns:a16="http://schemas.microsoft.com/office/drawing/2014/main" id="{1968222A-65CB-076A-233B-6BC7A79733BA}"/>
                </a:ext>
              </a:extLst>
            </p:cNvPr>
            <p:cNvSpPr/>
            <p:nvPr/>
          </p:nvSpPr>
          <p:spPr>
            <a:xfrm>
              <a:off x="20637500" y="-3918857"/>
              <a:ext cx="9398000" cy="767443"/>
            </a:xfrm>
            <a:prstGeom prst="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4" name="사다리꼴 53">
              <a:extLst>
                <a:ext uri="{FF2B5EF4-FFF2-40B4-BE49-F238E27FC236}">
                  <a16:creationId xmlns:a16="http://schemas.microsoft.com/office/drawing/2014/main" id="{B4A677C7-E177-61E2-F129-B266BA3E43D9}"/>
                </a:ext>
              </a:extLst>
            </p:cNvPr>
            <p:cNvSpPr/>
            <p:nvPr/>
          </p:nvSpPr>
          <p:spPr>
            <a:xfrm>
              <a:off x="20637501" y="-7462684"/>
              <a:ext cx="9398000" cy="3543827"/>
            </a:xfrm>
            <a:prstGeom prst="trapezoid">
              <a:avLst>
                <a:gd name="adj" fmla="val 111564"/>
              </a:avLst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5" name="직사각형 54">
              <a:extLst>
                <a:ext uri="{FF2B5EF4-FFF2-40B4-BE49-F238E27FC236}">
                  <a16:creationId xmlns:a16="http://schemas.microsoft.com/office/drawing/2014/main" id="{38A028B5-B5A9-4007-EAF5-53DDE007CB2B}"/>
                </a:ext>
              </a:extLst>
            </p:cNvPr>
            <p:cNvSpPr/>
            <p:nvPr/>
          </p:nvSpPr>
          <p:spPr>
            <a:xfrm>
              <a:off x="6154951" y="41388"/>
              <a:ext cx="1685499" cy="1828800"/>
            </a:xfrm>
            <a:prstGeom prst="rect">
              <a:avLst/>
            </a:prstGeom>
            <a:pattFill prst="wdUpDiag">
              <a:fgClr>
                <a:schemeClr val="accent2"/>
              </a:fgClr>
              <a:bgClr>
                <a:schemeClr val="bg2"/>
              </a:bgClr>
            </a:patt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6" name="평행 사변형 55">
              <a:extLst>
                <a:ext uri="{FF2B5EF4-FFF2-40B4-BE49-F238E27FC236}">
                  <a16:creationId xmlns:a16="http://schemas.microsoft.com/office/drawing/2014/main" id="{6F4DDD19-BA71-E9D0-CCDA-E3DBB299F845}"/>
                </a:ext>
              </a:extLst>
            </p:cNvPr>
            <p:cNvSpPr/>
            <p:nvPr/>
          </p:nvSpPr>
          <p:spPr>
            <a:xfrm>
              <a:off x="15013858" y="-7462684"/>
              <a:ext cx="9671984" cy="778189"/>
            </a:xfrm>
            <a:prstGeom prst="parallelogram">
              <a:avLst>
                <a:gd name="adj" fmla="val 110376"/>
              </a:avLst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7" name="다이아몬드 56">
              <a:extLst>
                <a:ext uri="{FF2B5EF4-FFF2-40B4-BE49-F238E27FC236}">
                  <a16:creationId xmlns:a16="http://schemas.microsoft.com/office/drawing/2014/main" id="{C2854F49-C5BC-506B-677F-8A40D7A414F2}"/>
                </a:ext>
              </a:extLst>
            </p:cNvPr>
            <p:cNvSpPr/>
            <p:nvPr/>
          </p:nvSpPr>
          <p:spPr>
            <a:xfrm rot="359639">
              <a:off x="14304326" y="-8352056"/>
              <a:ext cx="1549411" cy="1669814"/>
            </a:xfrm>
            <a:prstGeom prst="diamond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9" name="평행 사변형 58">
              <a:extLst>
                <a:ext uri="{FF2B5EF4-FFF2-40B4-BE49-F238E27FC236}">
                  <a16:creationId xmlns:a16="http://schemas.microsoft.com/office/drawing/2014/main" id="{E81598D8-815A-8C19-1158-2E3A10233685}"/>
                </a:ext>
              </a:extLst>
            </p:cNvPr>
            <p:cNvSpPr/>
            <p:nvPr/>
          </p:nvSpPr>
          <p:spPr>
            <a:xfrm>
              <a:off x="9412604" y="-8364786"/>
              <a:ext cx="5722374" cy="1220800"/>
            </a:xfrm>
            <a:prstGeom prst="parallelogram">
              <a:avLst>
                <a:gd name="adj" fmla="val 110134"/>
              </a:avLst>
            </a:prstGeom>
            <a:solidFill>
              <a:schemeClr val="accent4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0" name="직사각형 59">
              <a:extLst>
                <a:ext uri="{FF2B5EF4-FFF2-40B4-BE49-F238E27FC236}">
                  <a16:creationId xmlns:a16="http://schemas.microsoft.com/office/drawing/2014/main" id="{26FB4003-E5DA-DC1E-788B-E897DC589DE6}"/>
                </a:ext>
              </a:extLst>
            </p:cNvPr>
            <p:cNvSpPr/>
            <p:nvPr/>
          </p:nvSpPr>
          <p:spPr>
            <a:xfrm>
              <a:off x="26996568" y="2360420"/>
              <a:ext cx="2987001" cy="839980"/>
            </a:xfrm>
            <a:prstGeom prst="rect">
              <a:avLst/>
            </a:prstGeom>
            <a:solidFill>
              <a:schemeClr val="tx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61" name="직선 연결선 60">
              <a:extLst>
                <a:ext uri="{FF2B5EF4-FFF2-40B4-BE49-F238E27FC236}">
                  <a16:creationId xmlns:a16="http://schemas.microsoft.com/office/drawing/2014/main" id="{C75F6AD0-C9B1-E35B-ED81-4E1A1DB3D24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891448" y="2006171"/>
              <a:ext cx="7254" cy="1484919"/>
            </a:xfrm>
            <a:prstGeom prst="line">
              <a:avLst/>
            </a:prstGeom>
            <a:ln w="762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직선 화살표 연결선 61">
              <a:extLst>
                <a:ext uri="{FF2B5EF4-FFF2-40B4-BE49-F238E27FC236}">
                  <a16:creationId xmlns:a16="http://schemas.microsoft.com/office/drawing/2014/main" id="{0C4EFDA8-43A3-C57B-BA78-DF90F45D5AD5}"/>
                </a:ext>
              </a:extLst>
            </p:cNvPr>
            <p:cNvCxnSpPr>
              <a:cxnSpLocks/>
            </p:cNvCxnSpPr>
            <p:nvPr/>
          </p:nvCxnSpPr>
          <p:spPr>
            <a:xfrm>
              <a:off x="26553432" y="2704959"/>
              <a:ext cx="975736" cy="0"/>
            </a:xfrm>
            <a:prstGeom prst="straightConnector1">
              <a:avLst/>
            </a:prstGeom>
            <a:ln w="762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242FC488-3547-3275-0F82-431F9C61BB9F}"/>
                </a:ext>
              </a:extLst>
            </p:cNvPr>
            <p:cNvSpPr txBox="1"/>
            <p:nvPr/>
          </p:nvSpPr>
          <p:spPr>
            <a:xfrm>
              <a:off x="26573737" y="2173802"/>
              <a:ext cx="1280635" cy="110799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6600" b="1" dirty="0">
                  <a:solidFill>
                    <a:srgbClr val="FF0000"/>
                  </a:solidFill>
                  <a:latin typeface="Aptos" panose="020B0004020202020204" pitchFamily="34" charset="0"/>
                  <a:ea typeface="ADLaM Display" panose="020F0502020204030204" pitchFamily="2" charset="0"/>
                  <a:cs typeface="Arial" panose="020B0604020202020204" pitchFamily="34" charset="0"/>
                </a:rPr>
                <a:t>X</a:t>
              </a:r>
              <a:endParaRPr lang="ko-KR" altLang="en-US" b="1" dirty="0">
                <a:solidFill>
                  <a:srgbClr val="FF0000"/>
                </a:solidFill>
                <a:latin typeface="Aptos" panose="020B00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4" name="사다리꼴 63">
              <a:extLst>
                <a:ext uri="{FF2B5EF4-FFF2-40B4-BE49-F238E27FC236}">
                  <a16:creationId xmlns:a16="http://schemas.microsoft.com/office/drawing/2014/main" id="{7DAC3B91-D06F-62EC-11CC-1A4F944DE627}"/>
                </a:ext>
              </a:extLst>
            </p:cNvPr>
            <p:cNvSpPr/>
            <p:nvPr/>
          </p:nvSpPr>
          <p:spPr>
            <a:xfrm rot="16200000" flipH="1">
              <a:off x="30025996" y="762682"/>
              <a:ext cx="3950607" cy="4035458"/>
            </a:xfrm>
            <a:prstGeom prst="trapezoid">
              <a:avLst>
                <a:gd name="adj" fmla="val 39972"/>
              </a:avLst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5" name="사다리꼴 64">
              <a:extLst>
                <a:ext uri="{FF2B5EF4-FFF2-40B4-BE49-F238E27FC236}">
                  <a16:creationId xmlns:a16="http://schemas.microsoft.com/office/drawing/2014/main" id="{8A380F5A-4C20-25F7-BD5D-903EDA6C2585}"/>
                </a:ext>
              </a:extLst>
            </p:cNvPr>
            <p:cNvSpPr/>
            <p:nvPr/>
          </p:nvSpPr>
          <p:spPr>
            <a:xfrm>
              <a:off x="24685842" y="-9497961"/>
              <a:ext cx="1431708" cy="2035278"/>
            </a:xfrm>
            <a:prstGeom prst="trapezoid">
              <a:avLst>
                <a:gd name="adj" fmla="val 33241"/>
              </a:avLst>
            </a:prstGeom>
            <a:pattFill prst="wdDnDiag">
              <a:fgClr>
                <a:srgbClr val="92D050"/>
              </a:fgClr>
              <a:bgClr>
                <a:schemeClr val="bg2"/>
              </a:bgClr>
            </a:patt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6" name="직사각형 65">
              <a:extLst>
                <a:ext uri="{FF2B5EF4-FFF2-40B4-BE49-F238E27FC236}">
                  <a16:creationId xmlns:a16="http://schemas.microsoft.com/office/drawing/2014/main" id="{5C4CF498-C2EC-1FC4-0992-BFF9CADB3C51}"/>
                </a:ext>
              </a:extLst>
            </p:cNvPr>
            <p:cNvSpPr/>
            <p:nvPr/>
          </p:nvSpPr>
          <p:spPr>
            <a:xfrm>
              <a:off x="25153257" y="-11149781"/>
              <a:ext cx="479440" cy="1651819"/>
            </a:xfrm>
            <a:prstGeom prst="rect">
              <a:avLst/>
            </a:prstGeom>
            <a:pattFill prst="wdDnDiag">
              <a:fgClr>
                <a:srgbClr val="92D050"/>
              </a:fgClr>
              <a:bgClr>
                <a:schemeClr val="bg2"/>
              </a:bgClr>
            </a:patt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7" name="사다리꼴 66">
              <a:extLst>
                <a:ext uri="{FF2B5EF4-FFF2-40B4-BE49-F238E27FC236}">
                  <a16:creationId xmlns:a16="http://schemas.microsoft.com/office/drawing/2014/main" id="{43315E12-ACF4-1898-8083-9E38A79A87E4}"/>
                </a:ext>
              </a:extLst>
            </p:cNvPr>
            <p:cNvSpPr/>
            <p:nvPr/>
          </p:nvSpPr>
          <p:spPr>
            <a:xfrm flipV="1">
              <a:off x="23526958" y="-13185061"/>
              <a:ext cx="3687096" cy="2035279"/>
            </a:xfrm>
            <a:prstGeom prst="trapezoid">
              <a:avLst>
                <a:gd name="adj" fmla="val 79313"/>
              </a:avLst>
            </a:prstGeom>
            <a:solidFill>
              <a:srgbClr val="C0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8" name="현 67">
              <a:extLst>
                <a:ext uri="{FF2B5EF4-FFF2-40B4-BE49-F238E27FC236}">
                  <a16:creationId xmlns:a16="http://schemas.microsoft.com/office/drawing/2014/main" id="{2F35F313-58BF-CA65-8F4C-0B0E2622795B}"/>
                </a:ext>
              </a:extLst>
            </p:cNvPr>
            <p:cNvSpPr/>
            <p:nvPr/>
          </p:nvSpPr>
          <p:spPr>
            <a:xfrm flipV="1">
              <a:off x="22923024" y="-14123350"/>
              <a:ext cx="4909026" cy="5510985"/>
            </a:xfrm>
            <a:prstGeom prst="chord">
              <a:avLst>
                <a:gd name="adj1" fmla="val 2681755"/>
                <a:gd name="adj2" fmla="val 8121377"/>
              </a:avLst>
            </a:prstGeom>
            <a:solidFill>
              <a:srgbClr val="C0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9" name="직사각형 68">
              <a:extLst>
                <a:ext uri="{FF2B5EF4-FFF2-40B4-BE49-F238E27FC236}">
                  <a16:creationId xmlns:a16="http://schemas.microsoft.com/office/drawing/2014/main" id="{18F59453-04C0-686D-8109-C84971A92066}"/>
                </a:ext>
              </a:extLst>
            </p:cNvPr>
            <p:cNvSpPr/>
            <p:nvPr/>
          </p:nvSpPr>
          <p:spPr>
            <a:xfrm rot="5400000">
              <a:off x="14993663" y="1452121"/>
              <a:ext cx="1102651" cy="1218241"/>
            </a:xfrm>
            <a:prstGeom prst="rect">
              <a:avLst/>
            </a:prstGeom>
            <a:pattFill prst="wdUpDiag">
              <a:fgClr>
                <a:schemeClr val="accent2"/>
              </a:fgClr>
              <a:bgClr>
                <a:schemeClr val="bg2"/>
              </a:bgClr>
            </a:patt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0" name="평행 사변형 69">
              <a:extLst>
                <a:ext uri="{FF2B5EF4-FFF2-40B4-BE49-F238E27FC236}">
                  <a16:creationId xmlns:a16="http://schemas.microsoft.com/office/drawing/2014/main" id="{E1112B96-0F23-1305-08A6-F1A239E5F19F}"/>
                </a:ext>
              </a:extLst>
            </p:cNvPr>
            <p:cNvSpPr/>
            <p:nvPr/>
          </p:nvSpPr>
          <p:spPr>
            <a:xfrm>
              <a:off x="19221858" y="-3136271"/>
              <a:ext cx="4639625" cy="1504600"/>
            </a:xfrm>
            <a:prstGeom prst="parallelogram">
              <a:avLst>
                <a:gd name="adj" fmla="val 93397"/>
              </a:avLst>
            </a:prstGeom>
            <a:pattFill prst="wdUpDiag">
              <a:fgClr>
                <a:schemeClr val="accent2"/>
              </a:fgClr>
              <a:bgClr>
                <a:schemeClr val="bg2"/>
              </a:bgClr>
            </a:patt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1" name="타원 70">
              <a:extLst>
                <a:ext uri="{FF2B5EF4-FFF2-40B4-BE49-F238E27FC236}">
                  <a16:creationId xmlns:a16="http://schemas.microsoft.com/office/drawing/2014/main" id="{B234ACE8-4FDD-F6C0-6EAD-BD9ECE223679}"/>
                </a:ext>
              </a:extLst>
            </p:cNvPr>
            <p:cNvSpPr/>
            <p:nvPr/>
          </p:nvSpPr>
          <p:spPr>
            <a:xfrm>
              <a:off x="3895961" y="6139544"/>
              <a:ext cx="341938" cy="353800"/>
            </a:xfrm>
            <a:prstGeom prst="ellipse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400" dirty="0">
                  <a:solidFill>
                    <a:schemeClr val="tx1"/>
                  </a:solidFill>
                </a:rPr>
                <a:t>A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81" name="직사각형 80">
              <a:extLst>
                <a:ext uri="{FF2B5EF4-FFF2-40B4-BE49-F238E27FC236}">
                  <a16:creationId xmlns:a16="http://schemas.microsoft.com/office/drawing/2014/main" id="{5569841C-267B-1ECF-7FA4-FD5526C0B6CC}"/>
                </a:ext>
              </a:extLst>
            </p:cNvPr>
            <p:cNvSpPr/>
            <p:nvPr/>
          </p:nvSpPr>
          <p:spPr>
            <a:xfrm>
              <a:off x="3111500" y="3692167"/>
              <a:ext cx="732211" cy="695683"/>
            </a:xfrm>
            <a:prstGeom prst="rect">
              <a:avLst/>
            </a:prstGeom>
            <a:pattFill prst="wdDnDiag">
              <a:fgClr>
                <a:srgbClr val="92D050"/>
              </a:fgClr>
              <a:bgClr>
                <a:schemeClr val="bg2"/>
              </a:bgClr>
            </a:patt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2" name="평행 사변형 81">
              <a:extLst>
                <a:ext uri="{FF2B5EF4-FFF2-40B4-BE49-F238E27FC236}">
                  <a16:creationId xmlns:a16="http://schemas.microsoft.com/office/drawing/2014/main" id="{167561D3-C76D-1382-64FD-6377FAFBAFDE}"/>
                </a:ext>
              </a:extLst>
            </p:cNvPr>
            <p:cNvSpPr/>
            <p:nvPr/>
          </p:nvSpPr>
          <p:spPr>
            <a:xfrm>
              <a:off x="8265841" y="-857251"/>
              <a:ext cx="2135459" cy="545513"/>
            </a:xfrm>
            <a:prstGeom prst="parallelogram">
              <a:avLst>
                <a:gd name="adj" fmla="val 104370"/>
              </a:avLst>
            </a:prstGeom>
            <a:pattFill prst="wdDnDiag">
              <a:fgClr>
                <a:srgbClr val="92D050"/>
              </a:fgClr>
              <a:bgClr>
                <a:schemeClr val="bg2"/>
              </a:bgClr>
            </a:patt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3" name="직사각형 82">
              <a:extLst>
                <a:ext uri="{FF2B5EF4-FFF2-40B4-BE49-F238E27FC236}">
                  <a16:creationId xmlns:a16="http://schemas.microsoft.com/office/drawing/2014/main" id="{5CAF5B60-CE25-51E0-1D0E-6C55D5623C3C}"/>
                </a:ext>
              </a:extLst>
            </p:cNvPr>
            <p:cNvSpPr/>
            <p:nvPr/>
          </p:nvSpPr>
          <p:spPr>
            <a:xfrm>
              <a:off x="10757101" y="-4867953"/>
              <a:ext cx="3464276" cy="517828"/>
            </a:xfrm>
            <a:prstGeom prst="rect">
              <a:avLst/>
            </a:prstGeom>
            <a:pattFill prst="wdDnDiag">
              <a:fgClr>
                <a:srgbClr val="92D050"/>
              </a:fgClr>
              <a:bgClr>
                <a:schemeClr val="bg2"/>
              </a:bgClr>
            </a:patt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4" name="직사각형 83">
              <a:extLst>
                <a:ext uri="{FF2B5EF4-FFF2-40B4-BE49-F238E27FC236}">
                  <a16:creationId xmlns:a16="http://schemas.microsoft.com/office/drawing/2014/main" id="{B74B6AC8-072E-FDD6-FCFB-7E6BF08568C3}"/>
                </a:ext>
              </a:extLst>
            </p:cNvPr>
            <p:cNvSpPr/>
            <p:nvPr/>
          </p:nvSpPr>
          <p:spPr>
            <a:xfrm>
              <a:off x="13620019" y="-803227"/>
              <a:ext cx="589863" cy="1796954"/>
            </a:xfrm>
            <a:prstGeom prst="rect">
              <a:avLst/>
            </a:prstGeom>
            <a:pattFill prst="wdDnDiag">
              <a:fgClr>
                <a:srgbClr val="92D050"/>
              </a:fgClr>
              <a:bgClr>
                <a:schemeClr val="bg2"/>
              </a:bgClr>
            </a:patt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5" name="평행 사변형 84">
              <a:extLst>
                <a:ext uri="{FF2B5EF4-FFF2-40B4-BE49-F238E27FC236}">
                  <a16:creationId xmlns:a16="http://schemas.microsoft.com/office/drawing/2014/main" id="{84F823E8-90BC-5910-0DB2-749E6329E00E}"/>
                </a:ext>
              </a:extLst>
            </p:cNvPr>
            <p:cNvSpPr/>
            <p:nvPr/>
          </p:nvSpPr>
          <p:spPr>
            <a:xfrm>
              <a:off x="17891525" y="-803227"/>
              <a:ext cx="1596625" cy="545513"/>
            </a:xfrm>
            <a:prstGeom prst="parallelogram">
              <a:avLst>
                <a:gd name="adj" fmla="val 100179"/>
              </a:avLst>
            </a:prstGeom>
            <a:pattFill prst="wdDnDiag">
              <a:fgClr>
                <a:srgbClr val="92D050"/>
              </a:fgClr>
              <a:bgClr>
                <a:schemeClr val="bg2"/>
              </a:bgClr>
            </a:patt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6" name="평행 사변형 85">
              <a:extLst>
                <a:ext uri="{FF2B5EF4-FFF2-40B4-BE49-F238E27FC236}">
                  <a16:creationId xmlns:a16="http://schemas.microsoft.com/office/drawing/2014/main" id="{7CD62A82-87E4-0CF6-3C1D-696E93CBF6BF}"/>
                </a:ext>
              </a:extLst>
            </p:cNvPr>
            <p:cNvSpPr/>
            <p:nvPr/>
          </p:nvSpPr>
          <p:spPr>
            <a:xfrm>
              <a:off x="17983196" y="1404602"/>
              <a:ext cx="1596625" cy="545513"/>
            </a:xfrm>
            <a:prstGeom prst="parallelogram">
              <a:avLst>
                <a:gd name="adj" fmla="val 93727"/>
              </a:avLst>
            </a:prstGeom>
            <a:pattFill prst="wdDnDiag">
              <a:fgClr>
                <a:srgbClr val="92D050"/>
              </a:fgClr>
              <a:bgClr>
                <a:schemeClr val="bg2"/>
              </a:bgClr>
            </a:patt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7" name="사다리꼴 86">
              <a:extLst>
                <a:ext uri="{FF2B5EF4-FFF2-40B4-BE49-F238E27FC236}">
                  <a16:creationId xmlns:a16="http://schemas.microsoft.com/office/drawing/2014/main" id="{15545736-31C6-6CB1-7B70-8D7184BB7845}"/>
                </a:ext>
              </a:extLst>
            </p:cNvPr>
            <p:cNvSpPr/>
            <p:nvPr/>
          </p:nvSpPr>
          <p:spPr>
            <a:xfrm>
              <a:off x="23861483" y="-7463304"/>
              <a:ext cx="3037219" cy="767443"/>
            </a:xfrm>
            <a:prstGeom prst="trapezoid">
              <a:avLst>
                <a:gd name="adj" fmla="val 110389"/>
              </a:avLst>
            </a:prstGeom>
            <a:pattFill prst="wdDnDiag">
              <a:fgClr>
                <a:srgbClr val="92D050"/>
              </a:fgClr>
              <a:bgClr>
                <a:schemeClr val="bg2"/>
              </a:bgClr>
            </a:patt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8" name="평행 사변형 87">
              <a:extLst>
                <a:ext uri="{FF2B5EF4-FFF2-40B4-BE49-F238E27FC236}">
                  <a16:creationId xmlns:a16="http://schemas.microsoft.com/office/drawing/2014/main" id="{018E23E7-9FDB-DD02-AC1D-B785926B3F94}"/>
                </a:ext>
              </a:extLst>
            </p:cNvPr>
            <p:cNvSpPr/>
            <p:nvPr/>
          </p:nvSpPr>
          <p:spPr>
            <a:xfrm>
              <a:off x="18404684" y="-7466937"/>
              <a:ext cx="1596625" cy="767443"/>
            </a:xfrm>
            <a:prstGeom prst="parallelogram">
              <a:avLst>
                <a:gd name="adj" fmla="val 100179"/>
              </a:avLst>
            </a:prstGeom>
            <a:pattFill prst="wdDnDiag">
              <a:fgClr>
                <a:srgbClr val="92D050"/>
              </a:fgClr>
              <a:bgClr>
                <a:schemeClr val="bg2"/>
              </a:bgClr>
            </a:patt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9" name="타원 88">
              <a:extLst>
                <a:ext uri="{FF2B5EF4-FFF2-40B4-BE49-F238E27FC236}">
                  <a16:creationId xmlns:a16="http://schemas.microsoft.com/office/drawing/2014/main" id="{CDADE4CF-09A0-6C00-E7EC-5D6F15B60BAB}"/>
                </a:ext>
              </a:extLst>
            </p:cNvPr>
            <p:cNvSpPr/>
            <p:nvPr/>
          </p:nvSpPr>
          <p:spPr>
            <a:xfrm>
              <a:off x="4748534" y="4986548"/>
              <a:ext cx="341938" cy="353801"/>
            </a:xfrm>
            <a:prstGeom prst="ellipse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400" dirty="0">
                  <a:solidFill>
                    <a:schemeClr val="tx1"/>
                  </a:solidFill>
                </a:rPr>
                <a:t>B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90" name="타원 89">
              <a:extLst>
                <a:ext uri="{FF2B5EF4-FFF2-40B4-BE49-F238E27FC236}">
                  <a16:creationId xmlns:a16="http://schemas.microsoft.com/office/drawing/2014/main" id="{A00B33D9-6FDD-12DF-03E0-AD88FF52D70C}"/>
                </a:ext>
              </a:extLst>
            </p:cNvPr>
            <p:cNvSpPr/>
            <p:nvPr/>
          </p:nvSpPr>
          <p:spPr>
            <a:xfrm>
              <a:off x="5044126" y="3291515"/>
              <a:ext cx="341938" cy="353801"/>
            </a:xfrm>
            <a:prstGeom prst="ellipse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400" dirty="0">
                  <a:solidFill>
                    <a:schemeClr val="tx1"/>
                  </a:solidFill>
                </a:rPr>
                <a:t>C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91" name="타원 90">
              <a:extLst>
                <a:ext uri="{FF2B5EF4-FFF2-40B4-BE49-F238E27FC236}">
                  <a16:creationId xmlns:a16="http://schemas.microsoft.com/office/drawing/2014/main" id="{9F6B0272-DEF2-5971-6F91-DA6626973228}"/>
                </a:ext>
              </a:extLst>
            </p:cNvPr>
            <p:cNvSpPr/>
            <p:nvPr/>
          </p:nvSpPr>
          <p:spPr>
            <a:xfrm>
              <a:off x="5615793" y="4264811"/>
              <a:ext cx="341938" cy="353801"/>
            </a:xfrm>
            <a:prstGeom prst="ellipse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400" dirty="0">
                  <a:solidFill>
                    <a:schemeClr val="tx1"/>
                  </a:solidFill>
                </a:rPr>
                <a:t>D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92" name="타원 91">
              <a:extLst>
                <a:ext uri="{FF2B5EF4-FFF2-40B4-BE49-F238E27FC236}">
                  <a16:creationId xmlns:a16="http://schemas.microsoft.com/office/drawing/2014/main" id="{D42E4416-AF65-BE9E-3BBA-E7700D61757F}"/>
                </a:ext>
              </a:extLst>
            </p:cNvPr>
            <p:cNvSpPr/>
            <p:nvPr/>
          </p:nvSpPr>
          <p:spPr>
            <a:xfrm>
              <a:off x="6461662" y="2230370"/>
              <a:ext cx="341938" cy="353801"/>
            </a:xfrm>
            <a:prstGeom prst="ellipse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400" dirty="0">
                  <a:solidFill>
                    <a:schemeClr val="tx1"/>
                  </a:solidFill>
                </a:rPr>
                <a:t>E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93" name="TextBox 92">
              <a:extLst>
                <a:ext uri="{FF2B5EF4-FFF2-40B4-BE49-F238E27FC236}">
                  <a16:creationId xmlns:a16="http://schemas.microsoft.com/office/drawing/2014/main" id="{5643330D-3ABE-F10B-5C40-83D20A57A275}"/>
                </a:ext>
              </a:extLst>
            </p:cNvPr>
            <p:cNvSpPr txBox="1"/>
            <p:nvPr/>
          </p:nvSpPr>
          <p:spPr>
            <a:xfrm>
              <a:off x="-1447800" y="-11544300"/>
              <a:ext cx="8251400" cy="280076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8800" b="1" dirty="0"/>
                <a:t>숲 스테이지</a:t>
              </a:r>
              <a:endParaRPr lang="en-US" altLang="ko-KR" sz="8800" b="1" dirty="0"/>
            </a:p>
            <a:p>
              <a:endParaRPr lang="ko-KR" altLang="en-US" sz="8800" b="1" dirty="0"/>
            </a:p>
          </p:txBody>
        </p:sp>
        <p:sp>
          <p:nvSpPr>
            <p:cNvPr id="2" name="타원 1">
              <a:extLst>
                <a:ext uri="{FF2B5EF4-FFF2-40B4-BE49-F238E27FC236}">
                  <a16:creationId xmlns:a16="http://schemas.microsoft.com/office/drawing/2014/main" id="{39A50D19-8114-FB5E-55EF-A07FDD2227B1}"/>
                </a:ext>
              </a:extLst>
            </p:cNvPr>
            <p:cNvSpPr/>
            <p:nvPr/>
          </p:nvSpPr>
          <p:spPr>
            <a:xfrm>
              <a:off x="7392077" y="158881"/>
              <a:ext cx="341938" cy="353801"/>
            </a:xfrm>
            <a:prstGeom prst="ellipse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400" dirty="0">
                  <a:solidFill>
                    <a:schemeClr val="tx1"/>
                  </a:solidFill>
                </a:rPr>
                <a:t>F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3" name="타원 2">
              <a:extLst>
                <a:ext uri="{FF2B5EF4-FFF2-40B4-BE49-F238E27FC236}">
                  <a16:creationId xmlns:a16="http://schemas.microsoft.com/office/drawing/2014/main" id="{DC821E21-12C0-0FED-E59B-D39747B7D4E1}"/>
                </a:ext>
              </a:extLst>
            </p:cNvPr>
            <p:cNvSpPr/>
            <p:nvPr/>
          </p:nvSpPr>
          <p:spPr>
            <a:xfrm>
              <a:off x="11231986" y="-3385254"/>
              <a:ext cx="341938" cy="353801"/>
            </a:xfrm>
            <a:prstGeom prst="ellipse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400" dirty="0">
                  <a:solidFill>
                    <a:schemeClr val="tx1"/>
                  </a:solidFill>
                </a:rPr>
                <a:t>H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5" name="타원 4">
              <a:extLst>
                <a:ext uri="{FF2B5EF4-FFF2-40B4-BE49-F238E27FC236}">
                  <a16:creationId xmlns:a16="http://schemas.microsoft.com/office/drawing/2014/main" id="{8FBD0E50-81DF-AE76-CAD6-D4486C3CBBD9}"/>
                </a:ext>
              </a:extLst>
            </p:cNvPr>
            <p:cNvSpPr/>
            <p:nvPr/>
          </p:nvSpPr>
          <p:spPr>
            <a:xfrm>
              <a:off x="9742288" y="-1353444"/>
              <a:ext cx="341938" cy="353801"/>
            </a:xfrm>
            <a:prstGeom prst="ellipse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400" dirty="0">
                  <a:solidFill>
                    <a:schemeClr val="tx1"/>
                  </a:solidFill>
                </a:rPr>
                <a:t>G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7" name="타원 6">
              <a:extLst>
                <a:ext uri="{FF2B5EF4-FFF2-40B4-BE49-F238E27FC236}">
                  <a16:creationId xmlns:a16="http://schemas.microsoft.com/office/drawing/2014/main" id="{B1E2AD43-8AC5-42FE-823C-B2075E384DAB}"/>
                </a:ext>
              </a:extLst>
            </p:cNvPr>
            <p:cNvSpPr/>
            <p:nvPr/>
          </p:nvSpPr>
          <p:spPr>
            <a:xfrm>
              <a:off x="11231986" y="-1931754"/>
              <a:ext cx="341938" cy="353801"/>
            </a:xfrm>
            <a:prstGeom prst="ellipse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400" dirty="0">
                  <a:solidFill>
                    <a:schemeClr val="tx1"/>
                  </a:solidFill>
                </a:rPr>
                <a:t>J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32" name="타원 31">
              <a:extLst>
                <a:ext uri="{FF2B5EF4-FFF2-40B4-BE49-F238E27FC236}">
                  <a16:creationId xmlns:a16="http://schemas.microsoft.com/office/drawing/2014/main" id="{F99B790A-766F-A7F5-79B8-F08E26327FD9}"/>
                </a:ext>
              </a:extLst>
            </p:cNvPr>
            <p:cNvSpPr/>
            <p:nvPr/>
          </p:nvSpPr>
          <p:spPr>
            <a:xfrm>
              <a:off x="12639981" y="-2519368"/>
              <a:ext cx="341938" cy="353801"/>
            </a:xfrm>
            <a:prstGeom prst="ellipse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400" dirty="0">
                  <a:solidFill>
                    <a:schemeClr val="tx1"/>
                  </a:solidFill>
                </a:rPr>
                <a:t>K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36" name="타원 35">
              <a:extLst>
                <a:ext uri="{FF2B5EF4-FFF2-40B4-BE49-F238E27FC236}">
                  <a16:creationId xmlns:a16="http://schemas.microsoft.com/office/drawing/2014/main" id="{2BBE8C3A-AEEF-11AD-CFCB-C953FE6778DA}"/>
                </a:ext>
              </a:extLst>
            </p:cNvPr>
            <p:cNvSpPr/>
            <p:nvPr/>
          </p:nvSpPr>
          <p:spPr>
            <a:xfrm>
              <a:off x="12981919" y="-3888937"/>
              <a:ext cx="341938" cy="353801"/>
            </a:xfrm>
            <a:prstGeom prst="ellipse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400" dirty="0">
                  <a:solidFill>
                    <a:schemeClr val="tx1"/>
                  </a:solidFill>
                </a:rPr>
                <a:t>I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44" name="타원 43">
              <a:extLst>
                <a:ext uri="{FF2B5EF4-FFF2-40B4-BE49-F238E27FC236}">
                  <a16:creationId xmlns:a16="http://schemas.microsoft.com/office/drawing/2014/main" id="{FAC138AC-14F2-2F4B-9429-67C027F99B02}"/>
                </a:ext>
              </a:extLst>
            </p:cNvPr>
            <p:cNvSpPr/>
            <p:nvPr/>
          </p:nvSpPr>
          <p:spPr>
            <a:xfrm>
              <a:off x="6020322" y="-2691935"/>
              <a:ext cx="341938" cy="353801"/>
            </a:xfrm>
            <a:prstGeom prst="ellipse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400" dirty="0">
                  <a:solidFill>
                    <a:schemeClr val="tx1"/>
                  </a:solidFill>
                </a:rPr>
                <a:t>ㄱ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45" name="타원 44">
              <a:extLst>
                <a:ext uri="{FF2B5EF4-FFF2-40B4-BE49-F238E27FC236}">
                  <a16:creationId xmlns:a16="http://schemas.microsoft.com/office/drawing/2014/main" id="{A9F18B96-383D-941C-169C-C259385D5606}"/>
                </a:ext>
              </a:extLst>
            </p:cNvPr>
            <p:cNvSpPr/>
            <p:nvPr/>
          </p:nvSpPr>
          <p:spPr>
            <a:xfrm>
              <a:off x="-893368" y="-97617"/>
              <a:ext cx="341938" cy="353801"/>
            </a:xfrm>
            <a:prstGeom prst="ellipse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400" dirty="0">
                  <a:solidFill>
                    <a:schemeClr val="tx1"/>
                  </a:solidFill>
                </a:rPr>
                <a:t>ㄴ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47" name="타원 46">
              <a:extLst>
                <a:ext uri="{FF2B5EF4-FFF2-40B4-BE49-F238E27FC236}">
                  <a16:creationId xmlns:a16="http://schemas.microsoft.com/office/drawing/2014/main" id="{05590292-402B-1504-D7AF-A1CD11D6EA10}"/>
                </a:ext>
              </a:extLst>
            </p:cNvPr>
            <p:cNvSpPr/>
            <p:nvPr/>
          </p:nvSpPr>
          <p:spPr>
            <a:xfrm>
              <a:off x="12144068" y="-8015614"/>
              <a:ext cx="341938" cy="353801"/>
            </a:xfrm>
            <a:prstGeom prst="ellipse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400" dirty="0">
                  <a:solidFill>
                    <a:schemeClr val="tx1"/>
                  </a:solidFill>
                </a:rPr>
                <a:t>ㄷ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48" name="타원 47">
              <a:extLst>
                <a:ext uri="{FF2B5EF4-FFF2-40B4-BE49-F238E27FC236}">
                  <a16:creationId xmlns:a16="http://schemas.microsoft.com/office/drawing/2014/main" id="{2F849D0E-C86D-8FC0-55D1-777B6E548987}"/>
                </a:ext>
              </a:extLst>
            </p:cNvPr>
            <p:cNvSpPr/>
            <p:nvPr/>
          </p:nvSpPr>
          <p:spPr>
            <a:xfrm>
              <a:off x="22038613" y="5620649"/>
              <a:ext cx="341938" cy="353801"/>
            </a:xfrm>
            <a:prstGeom prst="ellipse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400" dirty="0">
                  <a:solidFill>
                    <a:schemeClr val="tx1"/>
                  </a:solidFill>
                </a:rPr>
                <a:t>ㄹ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49" name="타원 48">
              <a:extLst>
                <a:ext uri="{FF2B5EF4-FFF2-40B4-BE49-F238E27FC236}">
                  <a16:creationId xmlns:a16="http://schemas.microsoft.com/office/drawing/2014/main" id="{45E245B4-9840-2036-7879-58CF99841C60}"/>
                </a:ext>
              </a:extLst>
            </p:cNvPr>
            <p:cNvSpPr/>
            <p:nvPr/>
          </p:nvSpPr>
          <p:spPr>
            <a:xfrm>
              <a:off x="32263496" y="2530017"/>
              <a:ext cx="341938" cy="353801"/>
            </a:xfrm>
            <a:prstGeom prst="ellipse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400" dirty="0">
                  <a:solidFill>
                    <a:schemeClr val="tx1"/>
                  </a:solidFill>
                </a:rPr>
                <a:t>ㅁ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58" name="타원 57">
              <a:extLst>
                <a:ext uri="{FF2B5EF4-FFF2-40B4-BE49-F238E27FC236}">
                  <a16:creationId xmlns:a16="http://schemas.microsoft.com/office/drawing/2014/main" id="{AD0AFD50-9C67-8E78-DC78-DCBBFDE1D33B}"/>
                </a:ext>
              </a:extLst>
            </p:cNvPr>
            <p:cNvSpPr/>
            <p:nvPr/>
          </p:nvSpPr>
          <p:spPr>
            <a:xfrm>
              <a:off x="10602421" y="3291514"/>
              <a:ext cx="341938" cy="353801"/>
            </a:xfrm>
            <a:prstGeom prst="ellipse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400" dirty="0">
                  <a:solidFill>
                    <a:schemeClr val="tx1"/>
                  </a:solidFill>
                </a:rPr>
                <a:t>P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72" name="타원 71">
              <a:extLst>
                <a:ext uri="{FF2B5EF4-FFF2-40B4-BE49-F238E27FC236}">
                  <a16:creationId xmlns:a16="http://schemas.microsoft.com/office/drawing/2014/main" id="{16FDBC45-E0F9-B3A3-D38F-3D44C0D85428}"/>
                </a:ext>
              </a:extLst>
            </p:cNvPr>
            <p:cNvSpPr/>
            <p:nvPr/>
          </p:nvSpPr>
          <p:spPr>
            <a:xfrm>
              <a:off x="11345507" y="2435666"/>
              <a:ext cx="341938" cy="353801"/>
            </a:xfrm>
            <a:prstGeom prst="ellipse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400" dirty="0">
                  <a:solidFill>
                    <a:schemeClr val="tx1"/>
                  </a:solidFill>
                </a:rPr>
                <a:t>Q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73" name="타원 72">
              <a:extLst>
                <a:ext uri="{FF2B5EF4-FFF2-40B4-BE49-F238E27FC236}">
                  <a16:creationId xmlns:a16="http://schemas.microsoft.com/office/drawing/2014/main" id="{5A9E81DF-FF2E-6E9E-8542-D137E78A8A1E}"/>
                </a:ext>
              </a:extLst>
            </p:cNvPr>
            <p:cNvSpPr/>
            <p:nvPr/>
          </p:nvSpPr>
          <p:spPr>
            <a:xfrm>
              <a:off x="9709890" y="2645695"/>
              <a:ext cx="341938" cy="353801"/>
            </a:xfrm>
            <a:prstGeom prst="ellipse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400" dirty="0">
                  <a:solidFill>
                    <a:schemeClr val="tx1"/>
                  </a:solidFill>
                </a:rPr>
                <a:t>O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74" name="타원 73">
              <a:extLst>
                <a:ext uri="{FF2B5EF4-FFF2-40B4-BE49-F238E27FC236}">
                  <a16:creationId xmlns:a16="http://schemas.microsoft.com/office/drawing/2014/main" id="{A4531A3A-8C1A-B820-9C81-4EA174996CC1}"/>
                </a:ext>
              </a:extLst>
            </p:cNvPr>
            <p:cNvSpPr/>
            <p:nvPr/>
          </p:nvSpPr>
          <p:spPr>
            <a:xfrm>
              <a:off x="2585294" y="991291"/>
              <a:ext cx="341938" cy="353801"/>
            </a:xfrm>
            <a:prstGeom prst="ellipse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400" dirty="0">
                  <a:solidFill>
                    <a:schemeClr val="tx1"/>
                  </a:solidFill>
                </a:rPr>
                <a:t>N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75" name="타원 74">
              <a:extLst>
                <a:ext uri="{FF2B5EF4-FFF2-40B4-BE49-F238E27FC236}">
                  <a16:creationId xmlns:a16="http://schemas.microsoft.com/office/drawing/2014/main" id="{BA3CAC1A-D104-B79D-80D4-E4CD74A09FE2}"/>
                </a:ext>
              </a:extLst>
            </p:cNvPr>
            <p:cNvSpPr/>
            <p:nvPr/>
          </p:nvSpPr>
          <p:spPr>
            <a:xfrm>
              <a:off x="2777887" y="-2391920"/>
              <a:ext cx="341938" cy="353801"/>
            </a:xfrm>
            <a:prstGeom prst="ellipse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400" dirty="0">
                  <a:solidFill>
                    <a:schemeClr val="tx1"/>
                  </a:solidFill>
                </a:rPr>
                <a:t>M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76" name="타원 75">
              <a:extLst>
                <a:ext uri="{FF2B5EF4-FFF2-40B4-BE49-F238E27FC236}">
                  <a16:creationId xmlns:a16="http://schemas.microsoft.com/office/drawing/2014/main" id="{CB16D00E-2CB1-2310-DC3F-144C905002C2}"/>
                </a:ext>
              </a:extLst>
            </p:cNvPr>
            <p:cNvSpPr/>
            <p:nvPr/>
          </p:nvSpPr>
          <p:spPr>
            <a:xfrm>
              <a:off x="9162601" y="-3739055"/>
              <a:ext cx="341938" cy="353801"/>
            </a:xfrm>
            <a:prstGeom prst="ellipse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L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77" name="타원 76">
              <a:extLst>
                <a:ext uri="{FF2B5EF4-FFF2-40B4-BE49-F238E27FC236}">
                  <a16:creationId xmlns:a16="http://schemas.microsoft.com/office/drawing/2014/main" id="{09B22A46-3757-218A-62D2-AB879B0EC67C}"/>
                </a:ext>
              </a:extLst>
            </p:cNvPr>
            <p:cNvSpPr/>
            <p:nvPr/>
          </p:nvSpPr>
          <p:spPr>
            <a:xfrm>
              <a:off x="13516193" y="3053449"/>
              <a:ext cx="341938" cy="353801"/>
            </a:xfrm>
            <a:prstGeom prst="ellipse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400" dirty="0">
                  <a:solidFill>
                    <a:schemeClr val="tx1"/>
                  </a:solidFill>
                </a:rPr>
                <a:t>R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78" name="타원 77">
              <a:extLst>
                <a:ext uri="{FF2B5EF4-FFF2-40B4-BE49-F238E27FC236}">
                  <a16:creationId xmlns:a16="http://schemas.microsoft.com/office/drawing/2014/main" id="{493409C0-CDF6-6923-E0B9-5CB543E6A222}"/>
                </a:ext>
              </a:extLst>
            </p:cNvPr>
            <p:cNvSpPr/>
            <p:nvPr/>
          </p:nvSpPr>
          <p:spPr>
            <a:xfrm>
              <a:off x="17812227" y="600661"/>
              <a:ext cx="341938" cy="353801"/>
            </a:xfrm>
            <a:prstGeom prst="ellipse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400" dirty="0">
                  <a:solidFill>
                    <a:schemeClr val="tx1"/>
                  </a:solidFill>
                </a:rPr>
                <a:t>T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79" name="타원 78">
              <a:extLst>
                <a:ext uri="{FF2B5EF4-FFF2-40B4-BE49-F238E27FC236}">
                  <a16:creationId xmlns:a16="http://schemas.microsoft.com/office/drawing/2014/main" id="{CC53E544-8B86-E33F-7E4D-1B8A5F4A094C}"/>
                </a:ext>
              </a:extLst>
            </p:cNvPr>
            <p:cNvSpPr/>
            <p:nvPr/>
          </p:nvSpPr>
          <p:spPr>
            <a:xfrm>
              <a:off x="17641254" y="2391220"/>
              <a:ext cx="341938" cy="353801"/>
            </a:xfrm>
            <a:prstGeom prst="ellipse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400" dirty="0">
                  <a:solidFill>
                    <a:schemeClr val="tx1"/>
                  </a:solidFill>
                </a:rPr>
                <a:t>S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80" name="타원 79">
              <a:extLst>
                <a:ext uri="{FF2B5EF4-FFF2-40B4-BE49-F238E27FC236}">
                  <a16:creationId xmlns:a16="http://schemas.microsoft.com/office/drawing/2014/main" id="{F1454D0E-A874-36EA-E079-1843770BE1C3}"/>
                </a:ext>
              </a:extLst>
            </p:cNvPr>
            <p:cNvSpPr/>
            <p:nvPr/>
          </p:nvSpPr>
          <p:spPr>
            <a:xfrm>
              <a:off x="18822090" y="742842"/>
              <a:ext cx="341938" cy="353801"/>
            </a:xfrm>
            <a:prstGeom prst="ellipse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400" dirty="0">
                  <a:solidFill>
                    <a:schemeClr val="tx1"/>
                  </a:solidFill>
                </a:rPr>
                <a:t>U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94" name="타원 93">
              <a:extLst>
                <a:ext uri="{FF2B5EF4-FFF2-40B4-BE49-F238E27FC236}">
                  <a16:creationId xmlns:a16="http://schemas.microsoft.com/office/drawing/2014/main" id="{F595FB72-691F-A30F-F487-E5CD205AD84B}"/>
                </a:ext>
              </a:extLst>
            </p:cNvPr>
            <p:cNvSpPr/>
            <p:nvPr/>
          </p:nvSpPr>
          <p:spPr>
            <a:xfrm>
              <a:off x="18639909" y="-19973"/>
              <a:ext cx="341938" cy="353801"/>
            </a:xfrm>
            <a:prstGeom prst="ellipse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400" dirty="0">
                  <a:solidFill>
                    <a:schemeClr val="tx1"/>
                  </a:solidFill>
                </a:rPr>
                <a:t>V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95" name="타원 94">
              <a:extLst>
                <a:ext uri="{FF2B5EF4-FFF2-40B4-BE49-F238E27FC236}">
                  <a16:creationId xmlns:a16="http://schemas.microsoft.com/office/drawing/2014/main" id="{C9D745A0-6681-9C96-3C52-24C7FF1E2277}"/>
                </a:ext>
              </a:extLst>
            </p:cNvPr>
            <p:cNvSpPr/>
            <p:nvPr/>
          </p:nvSpPr>
          <p:spPr>
            <a:xfrm>
              <a:off x="20260420" y="-1353445"/>
              <a:ext cx="341938" cy="353801"/>
            </a:xfrm>
            <a:prstGeom prst="ellipse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400" dirty="0">
                  <a:solidFill>
                    <a:schemeClr val="tx1"/>
                  </a:solidFill>
                </a:rPr>
                <a:t>W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96" name="타원 95">
              <a:extLst>
                <a:ext uri="{FF2B5EF4-FFF2-40B4-BE49-F238E27FC236}">
                  <a16:creationId xmlns:a16="http://schemas.microsoft.com/office/drawing/2014/main" id="{0CBB984E-E8B8-BC84-1F03-FE8BD2DDDD81}"/>
                </a:ext>
              </a:extLst>
            </p:cNvPr>
            <p:cNvSpPr/>
            <p:nvPr/>
          </p:nvSpPr>
          <p:spPr>
            <a:xfrm>
              <a:off x="20793820" y="-933323"/>
              <a:ext cx="341938" cy="353801"/>
            </a:xfrm>
            <a:prstGeom prst="ellipse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400" dirty="0">
                  <a:solidFill>
                    <a:schemeClr val="tx1"/>
                  </a:solidFill>
                </a:rPr>
                <a:t>X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97" name="타원 96">
              <a:extLst>
                <a:ext uri="{FF2B5EF4-FFF2-40B4-BE49-F238E27FC236}">
                  <a16:creationId xmlns:a16="http://schemas.microsoft.com/office/drawing/2014/main" id="{41CADC44-F086-CA73-1F4B-196C8C84F05C}"/>
                </a:ext>
              </a:extLst>
            </p:cNvPr>
            <p:cNvSpPr/>
            <p:nvPr/>
          </p:nvSpPr>
          <p:spPr>
            <a:xfrm>
              <a:off x="22209582" y="293314"/>
              <a:ext cx="341938" cy="353801"/>
            </a:xfrm>
            <a:prstGeom prst="ellipse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400" dirty="0">
                  <a:solidFill>
                    <a:schemeClr val="tx1"/>
                  </a:solidFill>
                </a:rPr>
                <a:t>Y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98" name="타원 97">
              <a:extLst>
                <a:ext uri="{FF2B5EF4-FFF2-40B4-BE49-F238E27FC236}">
                  <a16:creationId xmlns:a16="http://schemas.microsoft.com/office/drawing/2014/main" id="{4113AF6E-3AF1-1E0E-F4EB-C54F4852D44B}"/>
                </a:ext>
              </a:extLst>
            </p:cNvPr>
            <p:cNvSpPr/>
            <p:nvPr/>
          </p:nvSpPr>
          <p:spPr>
            <a:xfrm>
              <a:off x="23760756" y="310243"/>
              <a:ext cx="341938" cy="353801"/>
            </a:xfrm>
            <a:prstGeom prst="ellipse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400" dirty="0">
                  <a:solidFill>
                    <a:schemeClr val="tx1"/>
                  </a:solidFill>
                </a:rPr>
                <a:t>Z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99" name="타원 98">
              <a:extLst>
                <a:ext uri="{FF2B5EF4-FFF2-40B4-BE49-F238E27FC236}">
                  <a16:creationId xmlns:a16="http://schemas.microsoft.com/office/drawing/2014/main" id="{F81ADBDE-5E61-7DB9-E135-B1E01F77C1BB}"/>
                </a:ext>
              </a:extLst>
            </p:cNvPr>
            <p:cNvSpPr/>
            <p:nvPr/>
          </p:nvSpPr>
          <p:spPr>
            <a:xfrm>
              <a:off x="26162561" y="3338366"/>
              <a:ext cx="341938" cy="353801"/>
            </a:xfrm>
            <a:prstGeom prst="ellipse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400" dirty="0">
                  <a:solidFill>
                    <a:schemeClr val="tx1"/>
                  </a:solidFill>
                </a:rPr>
                <a:t>b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00" name="타원 99">
              <a:extLst>
                <a:ext uri="{FF2B5EF4-FFF2-40B4-BE49-F238E27FC236}">
                  <a16:creationId xmlns:a16="http://schemas.microsoft.com/office/drawing/2014/main" id="{A5C38EBA-43F3-B7B0-CF13-C1413C30F562}"/>
                </a:ext>
              </a:extLst>
            </p:cNvPr>
            <p:cNvSpPr/>
            <p:nvPr/>
          </p:nvSpPr>
          <p:spPr>
            <a:xfrm>
              <a:off x="26128517" y="1665074"/>
              <a:ext cx="341938" cy="353801"/>
            </a:xfrm>
            <a:prstGeom prst="ellipse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400" dirty="0">
                  <a:solidFill>
                    <a:schemeClr val="tx1"/>
                  </a:solidFill>
                </a:rPr>
                <a:t>a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01" name="타원 100">
              <a:extLst>
                <a:ext uri="{FF2B5EF4-FFF2-40B4-BE49-F238E27FC236}">
                  <a16:creationId xmlns:a16="http://schemas.microsoft.com/office/drawing/2014/main" id="{785FC89B-285E-E993-6A51-9315B4270D43}"/>
                </a:ext>
              </a:extLst>
            </p:cNvPr>
            <p:cNvSpPr/>
            <p:nvPr/>
          </p:nvSpPr>
          <p:spPr>
            <a:xfrm>
              <a:off x="27874677" y="2686949"/>
              <a:ext cx="341938" cy="353801"/>
            </a:xfrm>
            <a:prstGeom prst="ellipse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400" dirty="0">
                  <a:solidFill>
                    <a:schemeClr val="tx1"/>
                  </a:solidFill>
                </a:rPr>
                <a:t>e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02" name="타원 101">
              <a:extLst>
                <a:ext uri="{FF2B5EF4-FFF2-40B4-BE49-F238E27FC236}">
                  <a16:creationId xmlns:a16="http://schemas.microsoft.com/office/drawing/2014/main" id="{25B16E81-B3BF-2B2A-87F1-C69785FAE41E}"/>
                </a:ext>
              </a:extLst>
            </p:cNvPr>
            <p:cNvSpPr/>
            <p:nvPr/>
          </p:nvSpPr>
          <p:spPr>
            <a:xfrm>
              <a:off x="25097012" y="4825846"/>
              <a:ext cx="341938" cy="353801"/>
            </a:xfrm>
            <a:prstGeom prst="ellipse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400" dirty="0">
                  <a:solidFill>
                    <a:schemeClr val="tx1"/>
                  </a:solidFill>
                </a:rPr>
                <a:t>d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03" name="타원 102">
              <a:extLst>
                <a:ext uri="{FF2B5EF4-FFF2-40B4-BE49-F238E27FC236}">
                  <a16:creationId xmlns:a16="http://schemas.microsoft.com/office/drawing/2014/main" id="{17A9C2B4-79BF-E664-3489-354CC056E16D}"/>
                </a:ext>
              </a:extLst>
            </p:cNvPr>
            <p:cNvSpPr/>
            <p:nvPr/>
          </p:nvSpPr>
          <p:spPr>
            <a:xfrm>
              <a:off x="25775612" y="4277541"/>
              <a:ext cx="341938" cy="353801"/>
            </a:xfrm>
            <a:prstGeom prst="ellipse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400" dirty="0">
                  <a:solidFill>
                    <a:schemeClr val="tx1"/>
                  </a:solidFill>
                </a:rPr>
                <a:t>c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04" name="타원 103">
              <a:extLst>
                <a:ext uri="{FF2B5EF4-FFF2-40B4-BE49-F238E27FC236}">
                  <a16:creationId xmlns:a16="http://schemas.microsoft.com/office/drawing/2014/main" id="{CB698168-BC22-F3F3-716D-2E94A8D541F7}"/>
                </a:ext>
              </a:extLst>
            </p:cNvPr>
            <p:cNvSpPr/>
            <p:nvPr/>
          </p:nvSpPr>
          <p:spPr>
            <a:xfrm>
              <a:off x="27529270" y="-1431203"/>
              <a:ext cx="341938" cy="353801"/>
            </a:xfrm>
            <a:prstGeom prst="ellipse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400" dirty="0">
                  <a:solidFill>
                    <a:schemeClr val="tx1"/>
                  </a:solidFill>
                </a:rPr>
                <a:t>f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05" name="타원 104">
              <a:extLst>
                <a:ext uri="{FF2B5EF4-FFF2-40B4-BE49-F238E27FC236}">
                  <a16:creationId xmlns:a16="http://schemas.microsoft.com/office/drawing/2014/main" id="{83F7A49A-8048-6EEC-F2A2-5DE7AE940705}"/>
                </a:ext>
              </a:extLst>
            </p:cNvPr>
            <p:cNvSpPr/>
            <p:nvPr/>
          </p:nvSpPr>
          <p:spPr>
            <a:xfrm>
              <a:off x="27927300" y="-1910167"/>
              <a:ext cx="341938" cy="353801"/>
            </a:xfrm>
            <a:prstGeom prst="ellipse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400" dirty="0">
                  <a:solidFill>
                    <a:schemeClr val="tx1"/>
                  </a:solidFill>
                </a:rPr>
                <a:t>g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06" name="타원 105">
              <a:extLst>
                <a:ext uri="{FF2B5EF4-FFF2-40B4-BE49-F238E27FC236}">
                  <a16:creationId xmlns:a16="http://schemas.microsoft.com/office/drawing/2014/main" id="{A715F023-26F7-BEED-8CBF-7A28BA40C0A3}"/>
                </a:ext>
              </a:extLst>
            </p:cNvPr>
            <p:cNvSpPr/>
            <p:nvPr/>
          </p:nvSpPr>
          <p:spPr>
            <a:xfrm>
              <a:off x="23526958" y="-5151704"/>
              <a:ext cx="341938" cy="353801"/>
            </a:xfrm>
            <a:prstGeom prst="ellipse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400" dirty="0">
                  <a:solidFill>
                    <a:schemeClr val="tx1"/>
                  </a:solidFill>
                </a:rPr>
                <a:t>i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07" name="직각 삼각형 106">
              <a:extLst>
                <a:ext uri="{FF2B5EF4-FFF2-40B4-BE49-F238E27FC236}">
                  <a16:creationId xmlns:a16="http://schemas.microsoft.com/office/drawing/2014/main" id="{2ADB3176-91F9-B186-3BDF-71D6AA030F1D}"/>
                </a:ext>
              </a:extLst>
            </p:cNvPr>
            <p:cNvSpPr/>
            <p:nvPr/>
          </p:nvSpPr>
          <p:spPr>
            <a:xfrm>
              <a:off x="27698700" y="-6038850"/>
              <a:ext cx="2336800" cy="2104529"/>
            </a:xfrm>
            <a:prstGeom prst="rtTriangle">
              <a:avLst/>
            </a:prstGeom>
            <a:pattFill prst="wdUpDiag">
              <a:fgClr>
                <a:schemeClr val="accent2"/>
              </a:fgClr>
              <a:bgClr>
                <a:schemeClr val="bg2"/>
              </a:bgClr>
            </a:patt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8" name="직사각형 107">
              <a:extLst>
                <a:ext uri="{FF2B5EF4-FFF2-40B4-BE49-F238E27FC236}">
                  <a16:creationId xmlns:a16="http://schemas.microsoft.com/office/drawing/2014/main" id="{0047E1E3-2593-728E-54F4-78B58D4B9645}"/>
                </a:ext>
              </a:extLst>
            </p:cNvPr>
            <p:cNvSpPr/>
            <p:nvPr/>
          </p:nvSpPr>
          <p:spPr>
            <a:xfrm rot="5400000">
              <a:off x="28466376" y="-4705394"/>
              <a:ext cx="802113" cy="2336133"/>
            </a:xfrm>
            <a:prstGeom prst="rect">
              <a:avLst/>
            </a:prstGeom>
            <a:pattFill prst="wdUpDiag">
              <a:fgClr>
                <a:schemeClr val="accent2"/>
              </a:fgClr>
              <a:bgClr>
                <a:schemeClr val="bg2"/>
              </a:bgClr>
            </a:patt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9" name="타원 108">
              <a:extLst>
                <a:ext uri="{FF2B5EF4-FFF2-40B4-BE49-F238E27FC236}">
                  <a16:creationId xmlns:a16="http://schemas.microsoft.com/office/drawing/2014/main" id="{4C6B4129-FB16-CEAF-A8DA-FAEB385BD1B7}"/>
                </a:ext>
              </a:extLst>
            </p:cNvPr>
            <p:cNvSpPr/>
            <p:nvPr/>
          </p:nvSpPr>
          <p:spPr>
            <a:xfrm>
              <a:off x="22581086" y="-4710947"/>
              <a:ext cx="341938" cy="353801"/>
            </a:xfrm>
            <a:prstGeom prst="ellipse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400" dirty="0">
                  <a:solidFill>
                    <a:schemeClr val="tx1"/>
                  </a:solidFill>
                </a:rPr>
                <a:t>h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10" name="타원 109">
              <a:extLst>
                <a:ext uri="{FF2B5EF4-FFF2-40B4-BE49-F238E27FC236}">
                  <a16:creationId xmlns:a16="http://schemas.microsoft.com/office/drawing/2014/main" id="{31088694-45AA-DCD2-EE2E-A64576E53942}"/>
                </a:ext>
              </a:extLst>
            </p:cNvPr>
            <p:cNvSpPr/>
            <p:nvPr/>
          </p:nvSpPr>
          <p:spPr>
            <a:xfrm>
              <a:off x="22923024" y="-5661160"/>
              <a:ext cx="341938" cy="353801"/>
            </a:xfrm>
            <a:prstGeom prst="ellipse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400" dirty="0">
                  <a:solidFill>
                    <a:schemeClr val="tx1"/>
                  </a:solidFill>
                </a:rPr>
                <a:t>j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11" name="타원 110">
              <a:extLst>
                <a:ext uri="{FF2B5EF4-FFF2-40B4-BE49-F238E27FC236}">
                  <a16:creationId xmlns:a16="http://schemas.microsoft.com/office/drawing/2014/main" id="{97ED7FBF-946A-4DC4-E96B-E4CC2B57DAA9}"/>
                </a:ext>
              </a:extLst>
            </p:cNvPr>
            <p:cNvSpPr/>
            <p:nvPr/>
          </p:nvSpPr>
          <p:spPr>
            <a:xfrm>
              <a:off x="25206568" y="-4519619"/>
              <a:ext cx="341938" cy="353801"/>
            </a:xfrm>
            <a:prstGeom prst="ellipse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400" dirty="0">
                  <a:solidFill>
                    <a:schemeClr val="tx1"/>
                  </a:solidFill>
                </a:rPr>
                <a:t>l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12" name="타원 111">
              <a:extLst>
                <a:ext uri="{FF2B5EF4-FFF2-40B4-BE49-F238E27FC236}">
                  <a16:creationId xmlns:a16="http://schemas.microsoft.com/office/drawing/2014/main" id="{6D9C1186-3D77-6B5C-D867-5AACF17EF1CF}"/>
                </a:ext>
              </a:extLst>
            </p:cNvPr>
            <p:cNvSpPr/>
            <p:nvPr/>
          </p:nvSpPr>
          <p:spPr>
            <a:xfrm>
              <a:off x="24811319" y="-5661161"/>
              <a:ext cx="341938" cy="353801"/>
            </a:xfrm>
            <a:prstGeom prst="ellipse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400" dirty="0">
                  <a:solidFill>
                    <a:schemeClr val="tx1"/>
                  </a:solidFill>
                </a:rPr>
                <a:t>k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13" name="타원 112">
              <a:extLst>
                <a:ext uri="{FF2B5EF4-FFF2-40B4-BE49-F238E27FC236}">
                  <a16:creationId xmlns:a16="http://schemas.microsoft.com/office/drawing/2014/main" id="{533C3456-E9E8-A813-3611-91622D40C0FD}"/>
                </a:ext>
              </a:extLst>
            </p:cNvPr>
            <p:cNvSpPr/>
            <p:nvPr/>
          </p:nvSpPr>
          <p:spPr>
            <a:xfrm>
              <a:off x="26231799" y="-5848365"/>
              <a:ext cx="341938" cy="353801"/>
            </a:xfrm>
            <a:prstGeom prst="ellipse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400" dirty="0">
                  <a:solidFill>
                    <a:schemeClr val="tx1"/>
                  </a:solidFill>
                </a:rPr>
                <a:t>n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14" name="타원 113">
              <a:extLst>
                <a:ext uri="{FF2B5EF4-FFF2-40B4-BE49-F238E27FC236}">
                  <a16:creationId xmlns:a16="http://schemas.microsoft.com/office/drawing/2014/main" id="{64D5FC92-23B0-DBD7-78D2-F049CC67D80E}"/>
                </a:ext>
              </a:extLst>
            </p:cNvPr>
            <p:cNvSpPr/>
            <p:nvPr/>
          </p:nvSpPr>
          <p:spPr>
            <a:xfrm>
              <a:off x="26382463" y="-5025307"/>
              <a:ext cx="341938" cy="353801"/>
            </a:xfrm>
            <a:prstGeom prst="ellipse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400" dirty="0">
                  <a:solidFill>
                    <a:schemeClr val="tx1"/>
                  </a:solidFill>
                </a:rPr>
                <a:t>m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15" name="타원 114">
              <a:extLst>
                <a:ext uri="{FF2B5EF4-FFF2-40B4-BE49-F238E27FC236}">
                  <a16:creationId xmlns:a16="http://schemas.microsoft.com/office/drawing/2014/main" id="{4FEF6DCE-8715-88BC-1D28-0C1110EFA6F8}"/>
                </a:ext>
              </a:extLst>
            </p:cNvPr>
            <p:cNvSpPr/>
            <p:nvPr/>
          </p:nvSpPr>
          <p:spPr>
            <a:xfrm>
              <a:off x="21681402" y="-7132031"/>
              <a:ext cx="341938" cy="353801"/>
            </a:xfrm>
            <a:prstGeom prst="ellipse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400" dirty="0">
                  <a:solidFill>
                    <a:schemeClr val="tx1"/>
                  </a:solidFill>
                </a:rPr>
                <a:t>p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16" name="타원 115">
              <a:extLst>
                <a:ext uri="{FF2B5EF4-FFF2-40B4-BE49-F238E27FC236}">
                  <a16:creationId xmlns:a16="http://schemas.microsoft.com/office/drawing/2014/main" id="{5BE4F336-8982-A29D-3667-4A29BA773AE0}"/>
                </a:ext>
              </a:extLst>
            </p:cNvPr>
            <p:cNvSpPr/>
            <p:nvPr/>
          </p:nvSpPr>
          <p:spPr>
            <a:xfrm>
              <a:off x="16272556" y="-7175903"/>
              <a:ext cx="341938" cy="353801"/>
            </a:xfrm>
            <a:prstGeom prst="ellipse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400" dirty="0">
                  <a:solidFill>
                    <a:schemeClr val="tx1"/>
                  </a:solidFill>
                </a:rPr>
                <a:t>q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17" name="타원 116">
              <a:extLst>
                <a:ext uri="{FF2B5EF4-FFF2-40B4-BE49-F238E27FC236}">
                  <a16:creationId xmlns:a16="http://schemas.microsoft.com/office/drawing/2014/main" id="{2EA873AC-96F0-FE0C-862D-420DED873D49}"/>
                </a:ext>
              </a:extLst>
            </p:cNvPr>
            <p:cNvSpPr/>
            <p:nvPr/>
          </p:nvSpPr>
          <p:spPr>
            <a:xfrm>
              <a:off x="22581086" y="-7359356"/>
              <a:ext cx="341938" cy="353801"/>
            </a:xfrm>
            <a:prstGeom prst="ellipse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400" dirty="0">
                  <a:solidFill>
                    <a:schemeClr val="tx1"/>
                  </a:solidFill>
                </a:rPr>
                <a:t>o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19" name="타원 118">
              <a:extLst>
                <a:ext uri="{FF2B5EF4-FFF2-40B4-BE49-F238E27FC236}">
                  <a16:creationId xmlns:a16="http://schemas.microsoft.com/office/drawing/2014/main" id="{1A776685-1047-9B20-A728-384017B3055F}"/>
                </a:ext>
              </a:extLst>
            </p:cNvPr>
            <p:cNvSpPr/>
            <p:nvPr/>
          </p:nvSpPr>
          <p:spPr>
            <a:xfrm>
              <a:off x="2299544" y="2667691"/>
              <a:ext cx="341938" cy="353801"/>
            </a:xfrm>
            <a:prstGeom prst="ellipse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400" dirty="0">
                  <a:solidFill>
                    <a:schemeClr val="tx1"/>
                  </a:solidFill>
                </a:rPr>
                <a:t>1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20" name="타원 119">
              <a:extLst>
                <a:ext uri="{FF2B5EF4-FFF2-40B4-BE49-F238E27FC236}">
                  <a16:creationId xmlns:a16="http://schemas.microsoft.com/office/drawing/2014/main" id="{9E93D78D-CF2D-CB11-B724-C3A3F16DA293}"/>
                </a:ext>
              </a:extLst>
            </p:cNvPr>
            <p:cNvSpPr/>
            <p:nvPr/>
          </p:nvSpPr>
          <p:spPr>
            <a:xfrm>
              <a:off x="7938344" y="2000941"/>
              <a:ext cx="341938" cy="353801"/>
            </a:xfrm>
            <a:prstGeom prst="ellipse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400" dirty="0">
                  <a:solidFill>
                    <a:schemeClr val="tx1"/>
                  </a:solidFill>
                </a:rPr>
                <a:t>2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21" name="타원 120">
              <a:extLst>
                <a:ext uri="{FF2B5EF4-FFF2-40B4-BE49-F238E27FC236}">
                  <a16:creationId xmlns:a16="http://schemas.microsoft.com/office/drawing/2014/main" id="{21C33814-0EBC-1203-D5D1-BEE221A71384}"/>
                </a:ext>
              </a:extLst>
            </p:cNvPr>
            <p:cNvSpPr/>
            <p:nvPr/>
          </p:nvSpPr>
          <p:spPr>
            <a:xfrm>
              <a:off x="27197894" y="1772341"/>
              <a:ext cx="341938" cy="353801"/>
            </a:xfrm>
            <a:prstGeom prst="ellipse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400" dirty="0">
                  <a:solidFill>
                    <a:schemeClr val="tx1"/>
                  </a:solidFill>
                </a:rPr>
                <a:t>3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22527035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3" name="그룹 122">
            <a:extLst>
              <a:ext uri="{FF2B5EF4-FFF2-40B4-BE49-F238E27FC236}">
                <a16:creationId xmlns:a16="http://schemas.microsoft.com/office/drawing/2014/main" id="{04837C93-841B-543F-7F7B-1A9159C306B6}"/>
              </a:ext>
            </a:extLst>
          </p:cNvPr>
          <p:cNvGrpSpPr/>
          <p:nvPr/>
        </p:nvGrpSpPr>
        <p:grpSpPr>
          <a:xfrm>
            <a:off x="676310" y="245913"/>
            <a:ext cx="10620339" cy="5988138"/>
            <a:chOff x="676310" y="245913"/>
            <a:chExt cx="10620339" cy="5988138"/>
          </a:xfrm>
        </p:grpSpPr>
        <p:sp>
          <p:nvSpPr>
            <p:cNvPr id="5" name="이등변 삼각형 4">
              <a:extLst>
                <a:ext uri="{FF2B5EF4-FFF2-40B4-BE49-F238E27FC236}">
                  <a16:creationId xmlns:a16="http://schemas.microsoft.com/office/drawing/2014/main" id="{A3700E34-3902-9B7F-203A-FD419E44EA89}"/>
                </a:ext>
              </a:extLst>
            </p:cNvPr>
            <p:cNvSpPr/>
            <p:nvPr/>
          </p:nvSpPr>
          <p:spPr>
            <a:xfrm>
              <a:off x="2888219" y="5834080"/>
              <a:ext cx="459871" cy="379812"/>
            </a:xfrm>
            <a:prstGeom prst="triangle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400"/>
            </a:p>
          </p:txBody>
        </p:sp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6A00F5D8-3793-1048-F5AF-5A611D4A9BF0}"/>
                </a:ext>
              </a:extLst>
            </p:cNvPr>
            <p:cNvSpPr/>
            <p:nvPr/>
          </p:nvSpPr>
          <p:spPr>
            <a:xfrm>
              <a:off x="2955063" y="5289573"/>
              <a:ext cx="317053" cy="641037"/>
            </a:xfrm>
            <a:prstGeom prst="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400"/>
            </a:p>
          </p:txBody>
        </p:sp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8C0E946E-4FD3-A612-D14C-DD0F45E59AA2}"/>
                </a:ext>
              </a:extLst>
            </p:cNvPr>
            <p:cNvSpPr/>
            <p:nvPr/>
          </p:nvSpPr>
          <p:spPr>
            <a:xfrm>
              <a:off x="2863847" y="4880696"/>
              <a:ext cx="833348" cy="550945"/>
            </a:xfrm>
            <a:prstGeom prst="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400"/>
            </a:p>
          </p:txBody>
        </p:sp>
        <p:sp>
          <p:nvSpPr>
            <p:cNvPr id="8" name="직각 삼각형 7">
              <a:extLst>
                <a:ext uri="{FF2B5EF4-FFF2-40B4-BE49-F238E27FC236}">
                  <a16:creationId xmlns:a16="http://schemas.microsoft.com/office/drawing/2014/main" id="{51A9FD08-8490-4F35-104C-988D0F8C263E}"/>
                </a:ext>
              </a:extLst>
            </p:cNvPr>
            <p:cNvSpPr/>
            <p:nvPr/>
          </p:nvSpPr>
          <p:spPr>
            <a:xfrm flipV="1">
              <a:off x="3272117" y="5431641"/>
              <a:ext cx="263345" cy="249485"/>
            </a:xfrm>
            <a:prstGeom prst="rtTriangle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400"/>
            </a:p>
          </p:txBody>
        </p:sp>
        <p:sp>
          <p:nvSpPr>
            <p:cNvPr id="9" name="직각 삼각형 8">
              <a:extLst>
                <a:ext uri="{FF2B5EF4-FFF2-40B4-BE49-F238E27FC236}">
                  <a16:creationId xmlns:a16="http://schemas.microsoft.com/office/drawing/2014/main" id="{30275A97-2522-4803-2F99-B988F6617DD9}"/>
                </a:ext>
              </a:extLst>
            </p:cNvPr>
            <p:cNvSpPr/>
            <p:nvPr/>
          </p:nvSpPr>
          <p:spPr>
            <a:xfrm flipH="1">
              <a:off x="2863847" y="4541120"/>
              <a:ext cx="833348" cy="339576"/>
            </a:xfrm>
            <a:prstGeom prst="rtTriangle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400"/>
            </a:p>
          </p:txBody>
        </p:sp>
        <p:sp>
          <p:nvSpPr>
            <p:cNvPr id="10" name="직사각형 9">
              <a:extLst>
                <a:ext uri="{FF2B5EF4-FFF2-40B4-BE49-F238E27FC236}">
                  <a16:creationId xmlns:a16="http://schemas.microsoft.com/office/drawing/2014/main" id="{1B3103DD-6D00-9E33-2E55-9C510A940F26}"/>
                </a:ext>
              </a:extLst>
            </p:cNvPr>
            <p:cNvSpPr/>
            <p:nvPr/>
          </p:nvSpPr>
          <p:spPr>
            <a:xfrm>
              <a:off x="3697195" y="4125312"/>
              <a:ext cx="453923" cy="1003136"/>
            </a:xfrm>
            <a:prstGeom prst="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400"/>
            </a:p>
          </p:txBody>
        </p:sp>
        <p:sp>
          <p:nvSpPr>
            <p:cNvPr id="11" name="직사각형 10">
              <a:extLst>
                <a:ext uri="{FF2B5EF4-FFF2-40B4-BE49-F238E27FC236}">
                  <a16:creationId xmlns:a16="http://schemas.microsoft.com/office/drawing/2014/main" id="{95DD9EA5-E70E-2D5F-9275-CCCCC8F9C43E}"/>
                </a:ext>
              </a:extLst>
            </p:cNvPr>
            <p:cNvSpPr/>
            <p:nvPr/>
          </p:nvSpPr>
          <p:spPr>
            <a:xfrm rot="20232244">
              <a:off x="2714622" y="4150056"/>
              <a:ext cx="192311" cy="722466"/>
            </a:xfrm>
            <a:prstGeom prst="rect">
              <a:avLst/>
            </a:prstGeom>
            <a:solidFill>
              <a:schemeClr val="tx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400"/>
            </a:p>
          </p:txBody>
        </p:sp>
        <p:sp>
          <p:nvSpPr>
            <p:cNvPr id="12" name="사다리꼴 11">
              <a:extLst>
                <a:ext uri="{FF2B5EF4-FFF2-40B4-BE49-F238E27FC236}">
                  <a16:creationId xmlns:a16="http://schemas.microsoft.com/office/drawing/2014/main" id="{9501A410-670A-5E61-C55B-F9E09AD97DDF}"/>
                </a:ext>
              </a:extLst>
            </p:cNvPr>
            <p:cNvSpPr/>
            <p:nvPr/>
          </p:nvSpPr>
          <p:spPr>
            <a:xfrm rot="5400000">
              <a:off x="1340795" y="3578295"/>
              <a:ext cx="1077883" cy="1085322"/>
            </a:xfrm>
            <a:prstGeom prst="trapezoid">
              <a:avLst>
                <a:gd name="adj" fmla="val 34185"/>
              </a:avLst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400"/>
            </a:p>
          </p:txBody>
        </p:sp>
        <p:sp>
          <p:nvSpPr>
            <p:cNvPr id="13" name="직사각형 12">
              <a:extLst>
                <a:ext uri="{FF2B5EF4-FFF2-40B4-BE49-F238E27FC236}">
                  <a16:creationId xmlns:a16="http://schemas.microsoft.com/office/drawing/2014/main" id="{301A9017-31B7-FD22-0779-4E7847DB472E}"/>
                </a:ext>
              </a:extLst>
            </p:cNvPr>
            <p:cNvSpPr/>
            <p:nvPr/>
          </p:nvSpPr>
          <p:spPr>
            <a:xfrm>
              <a:off x="2422398" y="3949633"/>
              <a:ext cx="330567" cy="351358"/>
            </a:xfrm>
            <a:prstGeom prst="rect">
              <a:avLst/>
            </a:prstGeom>
            <a:solidFill>
              <a:schemeClr val="tx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400"/>
            </a:p>
          </p:txBody>
        </p:sp>
        <p:sp>
          <p:nvSpPr>
            <p:cNvPr id="14" name="대각선 줄무늬 13">
              <a:extLst>
                <a:ext uri="{FF2B5EF4-FFF2-40B4-BE49-F238E27FC236}">
                  <a16:creationId xmlns:a16="http://schemas.microsoft.com/office/drawing/2014/main" id="{326DA190-809E-93A9-73AC-BD355204E970}"/>
                </a:ext>
              </a:extLst>
            </p:cNvPr>
            <p:cNvSpPr/>
            <p:nvPr/>
          </p:nvSpPr>
          <p:spPr>
            <a:xfrm>
              <a:off x="4151119" y="3710197"/>
              <a:ext cx="863841" cy="830229"/>
            </a:xfrm>
            <a:prstGeom prst="diagStripe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400">
                <a:solidFill>
                  <a:schemeClr val="tx1"/>
                </a:solidFill>
              </a:endParaRP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EA93ABDD-1C89-97CE-67F2-716A9E8B4EAD}"/>
                </a:ext>
              </a:extLst>
            </p:cNvPr>
            <p:cNvSpPr/>
            <p:nvPr/>
          </p:nvSpPr>
          <p:spPr>
            <a:xfrm>
              <a:off x="4583039" y="3453832"/>
              <a:ext cx="1316700" cy="256366"/>
            </a:xfrm>
            <a:prstGeom prst="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400"/>
            </a:p>
          </p:txBody>
        </p:sp>
        <p:sp>
          <p:nvSpPr>
            <p:cNvPr id="16" name="직사각형 15">
              <a:extLst>
                <a:ext uri="{FF2B5EF4-FFF2-40B4-BE49-F238E27FC236}">
                  <a16:creationId xmlns:a16="http://schemas.microsoft.com/office/drawing/2014/main" id="{F3BD11E0-C7CD-BF95-E41E-2604362D7C47}"/>
                </a:ext>
              </a:extLst>
            </p:cNvPr>
            <p:cNvSpPr/>
            <p:nvPr/>
          </p:nvSpPr>
          <p:spPr>
            <a:xfrm>
              <a:off x="2636638" y="3568674"/>
              <a:ext cx="116327" cy="380959"/>
            </a:xfrm>
            <a:prstGeom prst="rect">
              <a:avLst/>
            </a:prstGeom>
            <a:solidFill>
              <a:schemeClr val="tx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400"/>
            </a:p>
          </p:txBody>
        </p:sp>
        <p:sp>
          <p:nvSpPr>
            <p:cNvPr id="17" name="직사각형 16">
              <a:extLst>
                <a:ext uri="{FF2B5EF4-FFF2-40B4-BE49-F238E27FC236}">
                  <a16:creationId xmlns:a16="http://schemas.microsoft.com/office/drawing/2014/main" id="{E45C8861-3268-7860-542B-BCD5E443F857}"/>
                </a:ext>
              </a:extLst>
            </p:cNvPr>
            <p:cNvSpPr/>
            <p:nvPr/>
          </p:nvSpPr>
          <p:spPr>
            <a:xfrm>
              <a:off x="2636638" y="3422151"/>
              <a:ext cx="457210" cy="145656"/>
            </a:xfrm>
            <a:prstGeom prst="rect">
              <a:avLst/>
            </a:prstGeom>
            <a:solidFill>
              <a:schemeClr val="tx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400"/>
            </a:p>
          </p:txBody>
        </p:sp>
        <p:sp>
          <p:nvSpPr>
            <p:cNvPr id="18" name="사다리꼴 17">
              <a:extLst>
                <a:ext uri="{FF2B5EF4-FFF2-40B4-BE49-F238E27FC236}">
                  <a16:creationId xmlns:a16="http://schemas.microsoft.com/office/drawing/2014/main" id="{67AA4E83-A6FD-3EEA-753E-20D50AAB1A6D}"/>
                </a:ext>
              </a:extLst>
            </p:cNvPr>
            <p:cNvSpPr/>
            <p:nvPr/>
          </p:nvSpPr>
          <p:spPr>
            <a:xfrm rot="16200000">
              <a:off x="2883283" y="3367857"/>
              <a:ext cx="675372" cy="254243"/>
            </a:xfrm>
            <a:prstGeom prst="trapezoid">
              <a:avLst>
                <a:gd name="adj" fmla="val 106339"/>
              </a:avLst>
            </a:prstGeom>
            <a:solidFill>
              <a:schemeClr val="accent4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400"/>
            </a:p>
          </p:txBody>
        </p:sp>
        <p:sp>
          <p:nvSpPr>
            <p:cNvPr id="19" name="사다리꼴 18">
              <a:extLst>
                <a:ext uri="{FF2B5EF4-FFF2-40B4-BE49-F238E27FC236}">
                  <a16:creationId xmlns:a16="http://schemas.microsoft.com/office/drawing/2014/main" id="{4C969280-B085-07C6-D36E-E7E5A75EB33E}"/>
                </a:ext>
              </a:extLst>
            </p:cNvPr>
            <p:cNvSpPr/>
            <p:nvPr/>
          </p:nvSpPr>
          <p:spPr>
            <a:xfrm rot="5400000" flipH="1">
              <a:off x="3815037" y="3169923"/>
              <a:ext cx="749234" cy="331313"/>
            </a:xfrm>
            <a:prstGeom prst="trapezoid">
              <a:avLst>
                <a:gd name="adj" fmla="val 60919"/>
              </a:avLst>
            </a:prstGeom>
            <a:solidFill>
              <a:schemeClr val="accent4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400"/>
            </a:p>
          </p:txBody>
        </p:sp>
        <p:sp>
          <p:nvSpPr>
            <p:cNvPr id="20" name="평행 사변형 19">
              <a:extLst>
                <a:ext uri="{FF2B5EF4-FFF2-40B4-BE49-F238E27FC236}">
                  <a16:creationId xmlns:a16="http://schemas.microsoft.com/office/drawing/2014/main" id="{A31EE0D6-930E-DD44-4B2A-BE6830BF4AA4}"/>
                </a:ext>
              </a:extLst>
            </p:cNvPr>
            <p:cNvSpPr/>
            <p:nvPr/>
          </p:nvSpPr>
          <p:spPr>
            <a:xfrm rot="5400000" flipH="1">
              <a:off x="3233809" y="3075244"/>
              <a:ext cx="904469" cy="675908"/>
            </a:xfrm>
            <a:prstGeom prst="parallelogram">
              <a:avLst>
                <a:gd name="adj" fmla="val 24910"/>
              </a:avLst>
            </a:prstGeom>
            <a:solidFill>
              <a:schemeClr val="accent4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400"/>
            </a:p>
          </p:txBody>
        </p:sp>
        <p:sp>
          <p:nvSpPr>
            <p:cNvPr id="21" name="직사각형 20">
              <a:extLst>
                <a:ext uri="{FF2B5EF4-FFF2-40B4-BE49-F238E27FC236}">
                  <a16:creationId xmlns:a16="http://schemas.microsoft.com/office/drawing/2014/main" id="{34F5830B-DDE7-D31A-7E02-CD2980D88B71}"/>
                </a:ext>
              </a:extLst>
            </p:cNvPr>
            <p:cNvSpPr/>
            <p:nvPr/>
          </p:nvSpPr>
          <p:spPr>
            <a:xfrm>
              <a:off x="4949321" y="2768739"/>
              <a:ext cx="946458" cy="689053"/>
            </a:xfrm>
            <a:prstGeom prst="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400"/>
            </a:p>
          </p:txBody>
        </p:sp>
        <p:sp>
          <p:nvSpPr>
            <p:cNvPr id="22" name="직각 삼각형 21">
              <a:extLst>
                <a:ext uri="{FF2B5EF4-FFF2-40B4-BE49-F238E27FC236}">
                  <a16:creationId xmlns:a16="http://schemas.microsoft.com/office/drawing/2014/main" id="{AF3C14DC-1681-5965-E475-AFC6CDB30470}"/>
                </a:ext>
              </a:extLst>
            </p:cNvPr>
            <p:cNvSpPr/>
            <p:nvPr/>
          </p:nvSpPr>
          <p:spPr>
            <a:xfrm flipV="1">
              <a:off x="4355310" y="3166736"/>
              <a:ext cx="364327" cy="337686"/>
            </a:xfrm>
            <a:prstGeom prst="rtTriangle">
              <a:avLst/>
            </a:prstGeom>
            <a:solidFill>
              <a:schemeClr val="tx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400"/>
            </a:p>
          </p:txBody>
        </p:sp>
        <p:sp>
          <p:nvSpPr>
            <p:cNvPr id="23" name="직사각형 22">
              <a:extLst>
                <a:ext uri="{FF2B5EF4-FFF2-40B4-BE49-F238E27FC236}">
                  <a16:creationId xmlns:a16="http://schemas.microsoft.com/office/drawing/2014/main" id="{DA1E52D6-1B7E-5124-CD9C-F44A93D58835}"/>
                </a:ext>
              </a:extLst>
            </p:cNvPr>
            <p:cNvSpPr/>
            <p:nvPr/>
          </p:nvSpPr>
          <p:spPr>
            <a:xfrm>
              <a:off x="4355310" y="3030104"/>
              <a:ext cx="590051" cy="136632"/>
            </a:xfrm>
            <a:prstGeom prst="rect">
              <a:avLst/>
            </a:prstGeom>
            <a:solidFill>
              <a:schemeClr val="tx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400"/>
            </a:p>
          </p:txBody>
        </p:sp>
        <p:sp>
          <p:nvSpPr>
            <p:cNvPr id="24" name="직사각형 23">
              <a:extLst>
                <a:ext uri="{FF2B5EF4-FFF2-40B4-BE49-F238E27FC236}">
                  <a16:creationId xmlns:a16="http://schemas.microsoft.com/office/drawing/2014/main" id="{C9D93917-ABC5-A7F2-EA75-0BC58AFA0FE9}"/>
                </a:ext>
              </a:extLst>
            </p:cNvPr>
            <p:cNvSpPr/>
            <p:nvPr/>
          </p:nvSpPr>
          <p:spPr>
            <a:xfrm>
              <a:off x="5539372" y="3710196"/>
              <a:ext cx="360366" cy="1376671"/>
            </a:xfrm>
            <a:prstGeom prst="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400"/>
            </a:p>
          </p:txBody>
        </p:sp>
        <p:sp>
          <p:nvSpPr>
            <p:cNvPr id="25" name="사다리꼴 24">
              <a:extLst>
                <a:ext uri="{FF2B5EF4-FFF2-40B4-BE49-F238E27FC236}">
                  <a16:creationId xmlns:a16="http://schemas.microsoft.com/office/drawing/2014/main" id="{E8C789B5-BD52-6ECC-74C5-F3B136665538}"/>
                </a:ext>
              </a:extLst>
            </p:cNvPr>
            <p:cNvSpPr/>
            <p:nvPr/>
          </p:nvSpPr>
          <p:spPr>
            <a:xfrm rot="16200000">
              <a:off x="4140724" y="4655071"/>
              <a:ext cx="621732" cy="600941"/>
            </a:xfrm>
            <a:prstGeom prst="trapezoid">
              <a:avLst/>
            </a:prstGeom>
            <a:solidFill>
              <a:schemeClr val="tx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400"/>
            </a:p>
          </p:txBody>
        </p:sp>
        <p:sp>
          <p:nvSpPr>
            <p:cNvPr id="26" name="직사각형 25">
              <a:extLst>
                <a:ext uri="{FF2B5EF4-FFF2-40B4-BE49-F238E27FC236}">
                  <a16:creationId xmlns:a16="http://schemas.microsoft.com/office/drawing/2014/main" id="{15206674-1F88-A9D6-5415-758B36EBA424}"/>
                </a:ext>
              </a:extLst>
            </p:cNvPr>
            <p:cNvSpPr/>
            <p:nvPr/>
          </p:nvSpPr>
          <p:spPr>
            <a:xfrm>
              <a:off x="4744140" y="4644675"/>
              <a:ext cx="524413" cy="621732"/>
            </a:xfrm>
            <a:prstGeom prst="rect">
              <a:avLst/>
            </a:prstGeom>
            <a:solidFill>
              <a:schemeClr val="tx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400"/>
            </a:p>
          </p:txBody>
        </p:sp>
        <p:sp>
          <p:nvSpPr>
            <p:cNvPr id="27" name="평행 사변형 26">
              <a:extLst>
                <a:ext uri="{FF2B5EF4-FFF2-40B4-BE49-F238E27FC236}">
                  <a16:creationId xmlns:a16="http://schemas.microsoft.com/office/drawing/2014/main" id="{44229F3A-DC5D-224C-1BB8-D40DD83D7A76}"/>
                </a:ext>
              </a:extLst>
            </p:cNvPr>
            <p:cNvSpPr/>
            <p:nvPr/>
          </p:nvSpPr>
          <p:spPr>
            <a:xfrm rot="16200000" flipH="1">
              <a:off x="5001612" y="4734031"/>
              <a:ext cx="793933" cy="270819"/>
            </a:xfrm>
            <a:prstGeom prst="parallelogram">
              <a:avLst>
                <a:gd name="adj" fmla="val 65943"/>
              </a:avLst>
            </a:prstGeom>
            <a:solidFill>
              <a:schemeClr val="tx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400"/>
            </a:p>
          </p:txBody>
        </p:sp>
        <p:sp>
          <p:nvSpPr>
            <p:cNvPr id="28" name="대각선 줄무늬 27">
              <a:extLst>
                <a:ext uri="{FF2B5EF4-FFF2-40B4-BE49-F238E27FC236}">
                  <a16:creationId xmlns:a16="http://schemas.microsoft.com/office/drawing/2014/main" id="{09B819B8-2D8B-103C-1DDC-ED08DF6E5A06}"/>
                </a:ext>
              </a:extLst>
            </p:cNvPr>
            <p:cNvSpPr/>
            <p:nvPr/>
          </p:nvSpPr>
          <p:spPr>
            <a:xfrm>
              <a:off x="6755114" y="3239493"/>
              <a:ext cx="1770153" cy="1888955"/>
            </a:xfrm>
            <a:prstGeom prst="diagStripe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400">
                <a:solidFill>
                  <a:schemeClr val="tx1"/>
                </a:solidFill>
              </a:endParaRPr>
            </a:p>
          </p:txBody>
        </p:sp>
        <p:sp>
          <p:nvSpPr>
            <p:cNvPr id="29" name="직사각형 28">
              <a:extLst>
                <a:ext uri="{FF2B5EF4-FFF2-40B4-BE49-F238E27FC236}">
                  <a16:creationId xmlns:a16="http://schemas.microsoft.com/office/drawing/2014/main" id="{4268E2CA-0542-C78D-D814-38CF48CFF542}"/>
                </a:ext>
              </a:extLst>
            </p:cNvPr>
            <p:cNvSpPr/>
            <p:nvPr/>
          </p:nvSpPr>
          <p:spPr>
            <a:xfrm>
              <a:off x="5903698" y="4511289"/>
              <a:ext cx="685093" cy="300848"/>
            </a:xfrm>
            <a:prstGeom prst="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400"/>
            </a:p>
          </p:txBody>
        </p:sp>
        <p:sp>
          <p:nvSpPr>
            <p:cNvPr id="30" name="사다리꼴 29">
              <a:extLst>
                <a:ext uri="{FF2B5EF4-FFF2-40B4-BE49-F238E27FC236}">
                  <a16:creationId xmlns:a16="http://schemas.microsoft.com/office/drawing/2014/main" id="{43088A8E-266C-0DEF-0958-B1546D206EAF}"/>
                </a:ext>
              </a:extLst>
            </p:cNvPr>
            <p:cNvSpPr/>
            <p:nvPr/>
          </p:nvSpPr>
          <p:spPr>
            <a:xfrm rot="16200000">
              <a:off x="6202932" y="4576265"/>
              <a:ext cx="938042" cy="166323"/>
            </a:xfrm>
            <a:prstGeom prst="trapezoid">
              <a:avLst>
                <a:gd name="adj" fmla="val 200649"/>
              </a:avLst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400"/>
            </a:p>
          </p:txBody>
        </p:sp>
        <p:sp>
          <p:nvSpPr>
            <p:cNvPr id="31" name="평행 사변형 30">
              <a:extLst>
                <a:ext uri="{FF2B5EF4-FFF2-40B4-BE49-F238E27FC236}">
                  <a16:creationId xmlns:a16="http://schemas.microsoft.com/office/drawing/2014/main" id="{9D337361-99D7-23D7-5AC6-719198DC17B2}"/>
                </a:ext>
              </a:extLst>
            </p:cNvPr>
            <p:cNvSpPr/>
            <p:nvPr/>
          </p:nvSpPr>
          <p:spPr>
            <a:xfrm>
              <a:off x="7461490" y="4099324"/>
              <a:ext cx="1923112" cy="260415"/>
            </a:xfrm>
            <a:prstGeom prst="parallelogram">
              <a:avLst>
                <a:gd name="adj" fmla="val 93796"/>
              </a:avLst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400"/>
            </a:p>
          </p:txBody>
        </p:sp>
        <p:sp>
          <p:nvSpPr>
            <p:cNvPr id="32" name="직각 삼각형 31">
              <a:extLst>
                <a:ext uri="{FF2B5EF4-FFF2-40B4-BE49-F238E27FC236}">
                  <a16:creationId xmlns:a16="http://schemas.microsoft.com/office/drawing/2014/main" id="{0EED9808-91F5-E71B-2312-9CC3B1F857D4}"/>
                </a:ext>
              </a:extLst>
            </p:cNvPr>
            <p:cNvSpPr/>
            <p:nvPr/>
          </p:nvSpPr>
          <p:spPr>
            <a:xfrm flipH="1">
              <a:off x="9140812" y="4099324"/>
              <a:ext cx="243791" cy="260415"/>
            </a:xfrm>
            <a:prstGeom prst="rtTriangle">
              <a:avLst/>
            </a:prstGeom>
            <a:pattFill prst="wdDnDiag">
              <a:fgClr>
                <a:srgbClr val="92D050"/>
              </a:fgClr>
              <a:bgClr>
                <a:schemeClr val="bg2"/>
              </a:bgClr>
            </a:patt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400"/>
            </a:p>
          </p:txBody>
        </p:sp>
        <p:sp>
          <p:nvSpPr>
            <p:cNvPr id="33" name="직사각형 32">
              <a:extLst>
                <a:ext uri="{FF2B5EF4-FFF2-40B4-BE49-F238E27FC236}">
                  <a16:creationId xmlns:a16="http://schemas.microsoft.com/office/drawing/2014/main" id="{089909D2-5F80-7839-E14E-8626A933604B}"/>
                </a:ext>
              </a:extLst>
            </p:cNvPr>
            <p:cNvSpPr/>
            <p:nvPr/>
          </p:nvSpPr>
          <p:spPr>
            <a:xfrm>
              <a:off x="9140812" y="4359739"/>
              <a:ext cx="239831" cy="810290"/>
            </a:xfrm>
            <a:prstGeom prst="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400"/>
            </a:p>
          </p:txBody>
        </p:sp>
        <p:cxnSp>
          <p:nvCxnSpPr>
            <p:cNvPr id="34" name="직선 연결선 33">
              <a:extLst>
                <a:ext uri="{FF2B5EF4-FFF2-40B4-BE49-F238E27FC236}">
                  <a16:creationId xmlns:a16="http://schemas.microsoft.com/office/drawing/2014/main" id="{9EA8C850-9237-B884-0F63-858E6079E451}"/>
                </a:ext>
              </a:extLst>
            </p:cNvPr>
            <p:cNvCxnSpPr/>
            <p:nvPr/>
          </p:nvCxnSpPr>
          <p:spPr>
            <a:xfrm flipV="1">
              <a:off x="2804941" y="4812137"/>
              <a:ext cx="369029" cy="160383"/>
            </a:xfrm>
            <a:prstGeom prst="line">
              <a:avLst/>
            </a:prstGeom>
            <a:ln w="254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직선 화살표 연결선 34">
              <a:extLst>
                <a:ext uri="{FF2B5EF4-FFF2-40B4-BE49-F238E27FC236}">
                  <a16:creationId xmlns:a16="http://schemas.microsoft.com/office/drawing/2014/main" id="{29DEF8D0-88FE-5AC7-31F6-79DC0BBEB2E6}"/>
                </a:ext>
              </a:extLst>
            </p:cNvPr>
            <p:cNvCxnSpPr/>
            <p:nvPr/>
          </p:nvCxnSpPr>
          <p:spPr>
            <a:xfrm flipH="1" flipV="1">
              <a:off x="2892178" y="4738603"/>
              <a:ext cx="151164" cy="289358"/>
            </a:xfrm>
            <a:prstGeom prst="straightConnector1">
              <a:avLst/>
            </a:prstGeom>
            <a:ln w="254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46F0A5AF-CDE5-3CAE-63DE-4F6E4B01F43F}"/>
                </a:ext>
              </a:extLst>
            </p:cNvPr>
            <p:cNvSpPr txBox="1"/>
            <p:nvPr/>
          </p:nvSpPr>
          <p:spPr>
            <a:xfrm>
              <a:off x="2888219" y="4743340"/>
              <a:ext cx="34940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endParaRPr lang="ko-KR" altLang="en-US" sz="400" b="1" dirty="0">
                <a:solidFill>
                  <a:srgbClr val="FF0000"/>
                </a:solidFill>
                <a:latin typeface="Aptos" panose="020B00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7920762F-F0D8-4F55-7C03-5748D8647B65}"/>
                </a:ext>
              </a:extLst>
            </p:cNvPr>
            <p:cNvSpPr txBox="1"/>
            <p:nvPr/>
          </p:nvSpPr>
          <p:spPr>
            <a:xfrm>
              <a:off x="4020714" y="4804388"/>
              <a:ext cx="34940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endParaRPr lang="ko-KR" altLang="en-US" sz="400" b="1" dirty="0">
                <a:solidFill>
                  <a:srgbClr val="FF0000"/>
                </a:solidFill>
                <a:latin typeface="Aptos" panose="020B0004020202020204" pitchFamily="34" charset="0"/>
                <a:cs typeface="Arial" panose="020B0604020202020204" pitchFamily="34" charset="0"/>
              </a:endParaRPr>
            </a:p>
          </p:txBody>
        </p:sp>
        <p:cxnSp>
          <p:nvCxnSpPr>
            <p:cNvPr id="38" name="직선 연결선 37">
              <a:extLst>
                <a:ext uri="{FF2B5EF4-FFF2-40B4-BE49-F238E27FC236}">
                  <a16:creationId xmlns:a16="http://schemas.microsoft.com/office/drawing/2014/main" id="{8F4B6FAF-84C8-1A95-B4C8-45504810933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116221" y="4764884"/>
              <a:ext cx="1979" cy="405145"/>
            </a:xfrm>
            <a:prstGeom prst="line">
              <a:avLst/>
            </a:prstGeom>
            <a:ln w="254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직선 화살표 연결선 38">
              <a:extLst>
                <a:ext uri="{FF2B5EF4-FFF2-40B4-BE49-F238E27FC236}">
                  <a16:creationId xmlns:a16="http://schemas.microsoft.com/office/drawing/2014/main" id="{FCE7D55C-8924-CD9A-277A-5C20475CC2E1}"/>
                </a:ext>
              </a:extLst>
            </p:cNvPr>
            <p:cNvCxnSpPr>
              <a:cxnSpLocks/>
            </p:cNvCxnSpPr>
            <p:nvPr/>
          </p:nvCxnSpPr>
          <p:spPr>
            <a:xfrm>
              <a:off x="4023997" y="4955541"/>
              <a:ext cx="266220" cy="0"/>
            </a:xfrm>
            <a:prstGeom prst="straightConnector1">
              <a:avLst/>
            </a:prstGeom>
            <a:ln w="254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0" name="대각선 줄무늬 39">
              <a:extLst>
                <a:ext uri="{FF2B5EF4-FFF2-40B4-BE49-F238E27FC236}">
                  <a16:creationId xmlns:a16="http://schemas.microsoft.com/office/drawing/2014/main" id="{8FCB8489-34F6-4762-C5B8-5B8F6B3495B9}"/>
                </a:ext>
              </a:extLst>
            </p:cNvPr>
            <p:cNvSpPr/>
            <p:nvPr/>
          </p:nvSpPr>
          <p:spPr>
            <a:xfrm>
              <a:off x="8667831" y="5170029"/>
              <a:ext cx="712812" cy="621732"/>
            </a:xfrm>
            <a:prstGeom prst="diagStripe">
              <a:avLst>
                <a:gd name="adj" fmla="val 66720"/>
              </a:avLst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400">
                <a:solidFill>
                  <a:schemeClr val="tx1"/>
                </a:solidFill>
              </a:endParaRPr>
            </a:p>
          </p:txBody>
        </p:sp>
        <p:sp>
          <p:nvSpPr>
            <p:cNvPr id="41" name="사다리꼴 40">
              <a:extLst>
                <a:ext uri="{FF2B5EF4-FFF2-40B4-BE49-F238E27FC236}">
                  <a16:creationId xmlns:a16="http://schemas.microsoft.com/office/drawing/2014/main" id="{A512643E-4051-6ECA-9443-E6EE065571F0}"/>
                </a:ext>
              </a:extLst>
            </p:cNvPr>
            <p:cNvSpPr/>
            <p:nvPr/>
          </p:nvSpPr>
          <p:spPr>
            <a:xfrm rot="5400000">
              <a:off x="7582269" y="5152449"/>
              <a:ext cx="1077883" cy="1085322"/>
            </a:xfrm>
            <a:prstGeom prst="trapezoid">
              <a:avLst>
                <a:gd name="adj" fmla="val 39972"/>
              </a:avLst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400"/>
            </a:p>
          </p:txBody>
        </p:sp>
        <p:sp>
          <p:nvSpPr>
            <p:cNvPr id="42" name="평행 사변형 41">
              <a:extLst>
                <a:ext uri="{FF2B5EF4-FFF2-40B4-BE49-F238E27FC236}">
                  <a16:creationId xmlns:a16="http://schemas.microsoft.com/office/drawing/2014/main" id="{DCDC255B-F0C3-374F-7AB4-3E3F4699AF2A}"/>
                </a:ext>
              </a:extLst>
            </p:cNvPr>
            <p:cNvSpPr/>
            <p:nvPr/>
          </p:nvSpPr>
          <p:spPr>
            <a:xfrm>
              <a:off x="8750185" y="3239493"/>
              <a:ext cx="1459599" cy="862346"/>
            </a:xfrm>
            <a:prstGeom prst="parallelogram">
              <a:avLst>
                <a:gd name="adj" fmla="val 96428"/>
              </a:avLst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400"/>
            </a:p>
          </p:txBody>
        </p:sp>
        <p:sp>
          <p:nvSpPr>
            <p:cNvPr id="43" name="직사각형 42">
              <a:extLst>
                <a:ext uri="{FF2B5EF4-FFF2-40B4-BE49-F238E27FC236}">
                  <a16:creationId xmlns:a16="http://schemas.microsoft.com/office/drawing/2014/main" id="{8C3B868D-7919-3D2C-2D31-8734601F2C71}"/>
                </a:ext>
              </a:extLst>
            </p:cNvPr>
            <p:cNvSpPr/>
            <p:nvPr/>
          </p:nvSpPr>
          <p:spPr>
            <a:xfrm>
              <a:off x="7645636" y="3030104"/>
              <a:ext cx="2564148" cy="209389"/>
            </a:xfrm>
            <a:prstGeom prst="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400"/>
            </a:p>
          </p:txBody>
        </p:sp>
        <p:sp>
          <p:nvSpPr>
            <p:cNvPr id="44" name="사다리꼴 43">
              <a:extLst>
                <a:ext uri="{FF2B5EF4-FFF2-40B4-BE49-F238E27FC236}">
                  <a16:creationId xmlns:a16="http://schemas.microsoft.com/office/drawing/2014/main" id="{B0D78ADA-6273-BF05-007E-6D9AD34D678C}"/>
                </a:ext>
              </a:extLst>
            </p:cNvPr>
            <p:cNvSpPr/>
            <p:nvPr/>
          </p:nvSpPr>
          <p:spPr>
            <a:xfrm>
              <a:off x="7645636" y="2063207"/>
              <a:ext cx="2564148" cy="966897"/>
            </a:xfrm>
            <a:prstGeom prst="trapezoid">
              <a:avLst>
                <a:gd name="adj" fmla="val 111564"/>
              </a:avLst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400"/>
            </a:p>
          </p:txBody>
        </p:sp>
        <p:sp>
          <p:nvSpPr>
            <p:cNvPr id="45" name="직사각형 44">
              <a:extLst>
                <a:ext uri="{FF2B5EF4-FFF2-40B4-BE49-F238E27FC236}">
                  <a16:creationId xmlns:a16="http://schemas.microsoft.com/office/drawing/2014/main" id="{D27EB154-6431-2B6B-4292-1C0BE77FAD37}"/>
                </a:ext>
              </a:extLst>
            </p:cNvPr>
            <p:cNvSpPr/>
            <p:nvPr/>
          </p:nvSpPr>
          <p:spPr>
            <a:xfrm>
              <a:off x="3694221" y="4110616"/>
              <a:ext cx="459871" cy="498969"/>
            </a:xfrm>
            <a:prstGeom prst="rect">
              <a:avLst/>
            </a:prstGeom>
            <a:pattFill prst="wdUpDiag">
              <a:fgClr>
                <a:schemeClr val="accent2"/>
              </a:fgClr>
              <a:bgClr>
                <a:schemeClr val="bg2"/>
              </a:bgClr>
            </a:patt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400"/>
            </a:p>
          </p:txBody>
        </p:sp>
        <p:sp>
          <p:nvSpPr>
            <p:cNvPr id="46" name="평행 사변형 45">
              <a:extLst>
                <a:ext uri="{FF2B5EF4-FFF2-40B4-BE49-F238E27FC236}">
                  <a16:creationId xmlns:a16="http://schemas.microsoft.com/office/drawing/2014/main" id="{2B4E3B02-4901-49C5-AFBB-81CAF40AFD31}"/>
                </a:ext>
              </a:extLst>
            </p:cNvPr>
            <p:cNvSpPr/>
            <p:nvPr/>
          </p:nvSpPr>
          <p:spPr>
            <a:xfrm>
              <a:off x="6111283" y="2063207"/>
              <a:ext cx="2638902" cy="212321"/>
            </a:xfrm>
            <a:prstGeom prst="parallelogram">
              <a:avLst>
                <a:gd name="adj" fmla="val 110376"/>
              </a:avLst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400"/>
            </a:p>
          </p:txBody>
        </p:sp>
        <p:sp>
          <p:nvSpPr>
            <p:cNvPr id="47" name="다이아몬드 46">
              <a:extLst>
                <a:ext uri="{FF2B5EF4-FFF2-40B4-BE49-F238E27FC236}">
                  <a16:creationId xmlns:a16="http://schemas.microsoft.com/office/drawing/2014/main" id="{8551BEF8-5BD4-DC87-5FB3-ABD0E9D847F5}"/>
                </a:ext>
              </a:extLst>
            </p:cNvPr>
            <p:cNvSpPr/>
            <p:nvPr/>
          </p:nvSpPr>
          <p:spPr>
            <a:xfrm rot="359639">
              <a:off x="5917695" y="1820551"/>
              <a:ext cx="422741" cy="455592"/>
            </a:xfrm>
            <a:prstGeom prst="diamond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400"/>
            </a:p>
          </p:txBody>
        </p:sp>
        <p:sp>
          <p:nvSpPr>
            <p:cNvPr id="48" name="평행 사변형 47">
              <a:extLst>
                <a:ext uri="{FF2B5EF4-FFF2-40B4-BE49-F238E27FC236}">
                  <a16:creationId xmlns:a16="http://schemas.microsoft.com/office/drawing/2014/main" id="{50DE657D-735E-747A-9A25-545CBDEEF85A}"/>
                </a:ext>
              </a:extLst>
            </p:cNvPr>
            <p:cNvSpPr/>
            <p:nvPr/>
          </p:nvSpPr>
          <p:spPr>
            <a:xfrm>
              <a:off x="4583039" y="1817078"/>
              <a:ext cx="1561291" cy="333083"/>
            </a:xfrm>
            <a:prstGeom prst="parallelogram">
              <a:avLst>
                <a:gd name="adj" fmla="val 110134"/>
              </a:avLst>
            </a:prstGeom>
            <a:solidFill>
              <a:schemeClr val="accent4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400"/>
            </a:p>
          </p:txBody>
        </p:sp>
        <p:sp>
          <p:nvSpPr>
            <p:cNvPr id="49" name="직사각형 48">
              <a:extLst>
                <a:ext uri="{FF2B5EF4-FFF2-40B4-BE49-F238E27FC236}">
                  <a16:creationId xmlns:a16="http://schemas.microsoft.com/office/drawing/2014/main" id="{973A7B18-6ACC-7263-44E7-42F92721A483}"/>
                </a:ext>
              </a:extLst>
            </p:cNvPr>
            <p:cNvSpPr/>
            <p:nvPr/>
          </p:nvSpPr>
          <p:spPr>
            <a:xfrm>
              <a:off x="9380643" y="4743340"/>
              <a:ext cx="814973" cy="229180"/>
            </a:xfrm>
            <a:prstGeom prst="rect">
              <a:avLst/>
            </a:prstGeom>
            <a:solidFill>
              <a:schemeClr val="tx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400"/>
            </a:p>
          </p:txBody>
        </p:sp>
        <p:cxnSp>
          <p:nvCxnSpPr>
            <p:cNvPr id="50" name="직선 연결선 49">
              <a:extLst>
                <a:ext uri="{FF2B5EF4-FFF2-40B4-BE49-F238E27FC236}">
                  <a16:creationId xmlns:a16="http://schemas.microsoft.com/office/drawing/2014/main" id="{C432A853-B906-9BB0-4F79-45C9FBF3398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351962" y="4646687"/>
              <a:ext cx="1979" cy="405145"/>
            </a:xfrm>
            <a:prstGeom prst="line">
              <a:avLst/>
            </a:prstGeom>
            <a:ln w="254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직선 화살표 연결선 50">
              <a:extLst>
                <a:ext uri="{FF2B5EF4-FFF2-40B4-BE49-F238E27FC236}">
                  <a16:creationId xmlns:a16="http://schemas.microsoft.com/office/drawing/2014/main" id="{7E0132E9-8518-A558-21DF-B29FF9D7AA42}"/>
                </a:ext>
              </a:extLst>
            </p:cNvPr>
            <p:cNvCxnSpPr>
              <a:cxnSpLocks/>
            </p:cNvCxnSpPr>
            <p:nvPr/>
          </p:nvCxnSpPr>
          <p:spPr>
            <a:xfrm>
              <a:off x="9259738" y="4837344"/>
              <a:ext cx="266220" cy="0"/>
            </a:xfrm>
            <a:prstGeom prst="straightConnector1">
              <a:avLst/>
            </a:prstGeom>
            <a:ln w="254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AE811FB4-11FF-7FF1-276D-C64FF056E3E0}"/>
                </a:ext>
              </a:extLst>
            </p:cNvPr>
            <p:cNvSpPr txBox="1"/>
            <p:nvPr/>
          </p:nvSpPr>
          <p:spPr>
            <a:xfrm>
              <a:off x="9265278" y="4692423"/>
              <a:ext cx="34940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endParaRPr lang="ko-KR" altLang="en-US" sz="400" b="1" dirty="0">
                <a:solidFill>
                  <a:srgbClr val="FF0000"/>
                </a:solidFill>
                <a:latin typeface="Aptos" panose="020B00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3" name="사다리꼴 52">
              <a:extLst>
                <a:ext uri="{FF2B5EF4-FFF2-40B4-BE49-F238E27FC236}">
                  <a16:creationId xmlns:a16="http://schemas.microsoft.com/office/drawing/2014/main" id="{003D4C92-24E7-632B-DDA4-3E06262A87BC}"/>
                </a:ext>
              </a:extLst>
            </p:cNvPr>
            <p:cNvSpPr/>
            <p:nvPr/>
          </p:nvSpPr>
          <p:spPr>
            <a:xfrm rot="16200000" flipH="1">
              <a:off x="10207191" y="4307414"/>
              <a:ext cx="1077883" cy="1101033"/>
            </a:xfrm>
            <a:prstGeom prst="trapezoid">
              <a:avLst>
                <a:gd name="adj" fmla="val 39972"/>
              </a:avLst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400"/>
            </a:p>
          </p:txBody>
        </p:sp>
        <p:sp>
          <p:nvSpPr>
            <p:cNvPr id="54" name="사다리꼴 53">
              <a:extLst>
                <a:ext uri="{FF2B5EF4-FFF2-40B4-BE49-F238E27FC236}">
                  <a16:creationId xmlns:a16="http://schemas.microsoft.com/office/drawing/2014/main" id="{048FBC57-62E1-D1C2-389B-238180C1E68A}"/>
                </a:ext>
              </a:extLst>
            </p:cNvPr>
            <p:cNvSpPr/>
            <p:nvPr/>
          </p:nvSpPr>
          <p:spPr>
            <a:xfrm>
              <a:off x="8750185" y="1507903"/>
              <a:ext cx="390627" cy="555305"/>
            </a:xfrm>
            <a:prstGeom prst="trapezoid">
              <a:avLst>
                <a:gd name="adj" fmla="val 33241"/>
              </a:avLst>
            </a:prstGeom>
            <a:pattFill prst="wdDnDiag">
              <a:fgClr>
                <a:srgbClr val="92D050"/>
              </a:fgClr>
              <a:bgClr>
                <a:schemeClr val="bg2"/>
              </a:bgClr>
            </a:patt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400"/>
            </a:p>
          </p:txBody>
        </p:sp>
        <p:sp>
          <p:nvSpPr>
            <p:cNvPr id="55" name="직사각형 54">
              <a:extLst>
                <a:ext uri="{FF2B5EF4-FFF2-40B4-BE49-F238E27FC236}">
                  <a16:creationId xmlns:a16="http://schemas.microsoft.com/office/drawing/2014/main" id="{F367496E-75A7-443B-F687-2F0D3EF5F825}"/>
                </a:ext>
              </a:extLst>
            </p:cNvPr>
            <p:cNvSpPr/>
            <p:nvPr/>
          </p:nvSpPr>
          <p:spPr>
            <a:xfrm>
              <a:off x="8877714" y="1057221"/>
              <a:ext cx="130810" cy="450682"/>
            </a:xfrm>
            <a:prstGeom prst="rect">
              <a:avLst/>
            </a:prstGeom>
            <a:pattFill prst="wdDnDiag">
              <a:fgClr>
                <a:srgbClr val="92D050"/>
              </a:fgClr>
              <a:bgClr>
                <a:schemeClr val="bg2"/>
              </a:bgClr>
            </a:patt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400"/>
            </a:p>
          </p:txBody>
        </p:sp>
        <p:sp>
          <p:nvSpPr>
            <p:cNvPr id="56" name="사다리꼴 55">
              <a:extLst>
                <a:ext uri="{FF2B5EF4-FFF2-40B4-BE49-F238E27FC236}">
                  <a16:creationId xmlns:a16="http://schemas.microsoft.com/office/drawing/2014/main" id="{58D7EAB5-45AB-AAD1-7CEA-234C7F667744}"/>
                </a:ext>
              </a:extLst>
            </p:cNvPr>
            <p:cNvSpPr/>
            <p:nvPr/>
          </p:nvSpPr>
          <p:spPr>
            <a:xfrm flipV="1">
              <a:off x="8433995" y="501916"/>
              <a:ext cx="1005986" cy="555305"/>
            </a:xfrm>
            <a:prstGeom prst="trapezoid">
              <a:avLst>
                <a:gd name="adj" fmla="val 79313"/>
              </a:avLst>
            </a:prstGeom>
            <a:solidFill>
              <a:srgbClr val="C0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400"/>
            </a:p>
          </p:txBody>
        </p:sp>
        <p:sp>
          <p:nvSpPr>
            <p:cNvPr id="57" name="현 56">
              <a:extLst>
                <a:ext uri="{FF2B5EF4-FFF2-40B4-BE49-F238E27FC236}">
                  <a16:creationId xmlns:a16="http://schemas.microsoft.com/office/drawing/2014/main" id="{288FCD97-28D6-40E5-7CA5-6FF4AE3930A4}"/>
                </a:ext>
              </a:extLst>
            </p:cNvPr>
            <p:cNvSpPr/>
            <p:nvPr/>
          </p:nvSpPr>
          <p:spPr>
            <a:xfrm flipV="1">
              <a:off x="8269218" y="245913"/>
              <a:ext cx="1339377" cy="1503616"/>
            </a:xfrm>
            <a:prstGeom prst="chord">
              <a:avLst>
                <a:gd name="adj1" fmla="val 2681755"/>
                <a:gd name="adj2" fmla="val 8121377"/>
              </a:avLst>
            </a:prstGeom>
            <a:solidFill>
              <a:srgbClr val="C0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400"/>
            </a:p>
          </p:txBody>
        </p:sp>
        <p:sp>
          <p:nvSpPr>
            <p:cNvPr id="58" name="직사각형 57">
              <a:extLst>
                <a:ext uri="{FF2B5EF4-FFF2-40B4-BE49-F238E27FC236}">
                  <a16:creationId xmlns:a16="http://schemas.microsoft.com/office/drawing/2014/main" id="{EB84F945-6D7F-3DC6-93EF-FD4B90D2CFBF}"/>
                </a:ext>
              </a:extLst>
            </p:cNvPr>
            <p:cNvSpPr/>
            <p:nvPr/>
          </p:nvSpPr>
          <p:spPr>
            <a:xfrm rot="5400000">
              <a:off x="6105773" y="4495520"/>
              <a:ext cx="300847" cy="332385"/>
            </a:xfrm>
            <a:prstGeom prst="rect">
              <a:avLst/>
            </a:prstGeom>
            <a:pattFill prst="wdUpDiag">
              <a:fgClr>
                <a:schemeClr val="accent2"/>
              </a:fgClr>
              <a:bgClr>
                <a:schemeClr val="bg2"/>
              </a:bgClr>
            </a:patt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400"/>
            </a:p>
          </p:txBody>
        </p:sp>
        <p:sp>
          <p:nvSpPr>
            <p:cNvPr id="59" name="평행 사변형 58">
              <a:extLst>
                <a:ext uri="{FF2B5EF4-FFF2-40B4-BE49-F238E27FC236}">
                  <a16:creationId xmlns:a16="http://schemas.microsoft.com/office/drawing/2014/main" id="{8D89B124-B739-1BE2-C015-3DC685140742}"/>
                </a:ext>
              </a:extLst>
            </p:cNvPr>
            <p:cNvSpPr/>
            <p:nvPr/>
          </p:nvSpPr>
          <p:spPr>
            <a:xfrm>
              <a:off x="7259393" y="3243625"/>
              <a:ext cx="1265874" cy="410515"/>
            </a:xfrm>
            <a:prstGeom prst="parallelogram">
              <a:avLst>
                <a:gd name="adj" fmla="val 93397"/>
              </a:avLst>
            </a:prstGeom>
            <a:pattFill prst="wdUpDiag">
              <a:fgClr>
                <a:schemeClr val="accent2"/>
              </a:fgClr>
              <a:bgClr>
                <a:schemeClr val="bg2"/>
              </a:bgClr>
            </a:patt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400"/>
            </a:p>
          </p:txBody>
        </p:sp>
        <p:sp>
          <p:nvSpPr>
            <p:cNvPr id="60" name="타원 59">
              <a:extLst>
                <a:ext uri="{FF2B5EF4-FFF2-40B4-BE49-F238E27FC236}">
                  <a16:creationId xmlns:a16="http://schemas.microsoft.com/office/drawing/2014/main" id="{0FE2BBC4-2738-AFBB-3C0F-77DC20B1D2C2}"/>
                </a:ext>
              </a:extLst>
            </p:cNvPr>
            <p:cNvSpPr/>
            <p:nvPr/>
          </p:nvSpPr>
          <p:spPr>
            <a:xfrm>
              <a:off x="3077879" y="5774435"/>
              <a:ext cx="93294" cy="96531"/>
            </a:xfrm>
            <a:prstGeom prst="ellipse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400" dirty="0">
                  <a:solidFill>
                    <a:schemeClr val="tx1"/>
                  </a:solidFill>
                </a:rPr>
                <a:t>A</a:t>
              </a:r>
              <a:endParaRPr lang="ko-KR" altLang="en-US" sz="400" dirty="0">
                <a:solidFill>
                  <a:schemeClr val="tx1"/>
                </a:solidFill>
              </a:endParaRPr>
            </a:p>
          </p:txBody>
        </p:sp>
        <p:sp>
          <p:nvSpPr>
            <p:cNvPr id="61" name="직사각형 60">
              <a:extLst>
                <a:ext uri="{FF2B5EF4-FFF2-40B4-BE49-F238E27FC236}">
                  <a16:creationId xmlns:a16="http://schemas.microsoft.com/office/drawing/2014/main" id="{752480F3-EE12-FEF5-661F-22A896EF9845}"/>
                </a:ext>
              </a:extLst>
            </p:cNvPr>
            <p:cNvSpPr/>
            <p:nvPr/>
          </p:nvSpPr>
          <p:spPr>
            <a:xfrm>
              <a:off x="2863847" y="5106694"/>
              <a:ext cx="199776" cy="189810"/>
            </a:xfrm>
            <a:prstGeom prst="rect">
              <a:avLst/>
            </a:prstGeom>
            <a:pattFill prst="wdDnDiag">
              <a:fgClr>
                <a:srgbClr val="92D050"/>
              </a:fgClr>
              <a:bgClr>
                <a:schemeClr val="bg2"/>
              </a:bgClr>
            </a:patt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400"/>
            </a:p>
          </p:txBody>
        </p:sp>
        <p:sp>
          <p:nvSpPr>
            <p:cNvPr id="62" name="평행 사변형 61">
              <a:extLst>
                <a:ext uri="{FF2B5EF4-FFF2-40B4-BE49-F238E27FC236}">
                  <a16:creationId xmlns:a16="http://schemas.microsoft.com/office/drawing/2014/main" id="{DD736CFF-54AD-B178-9F0A-357DB932B3B8}"/>
                </a:ext>
              </a:extLst>
            </p:cNvPr>
            <p:cNvSpPr/>
            <p:nvPr/>
          </p:nvSpPr>
          <p:spPr>
            <a:xfrm>
              <a:off x="4270156" y="3865432"/>
              <a:ext cx="582638" cy="148838"/>
            </a:xfrm>
            <a:prstGeom prst="parallelogram">
              <a:avLst>
                <a:gd name="adj" fmla="val 104370"/>
              </a:avLst>
            </a:prstGeom>
            <a:pattFill prst="wdDnDiag">
              <a:fgClr>
                <a:srgbClr val="92D050"/>
              </a:fgClr>
              <a:bgClr>
                <a:schemeClr val="bg2"/>
              </a:bgClr>
            </a:patt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400"/>
            </a:p>
          </p:txBody>
        </p:sp>
        <p:sp>
          <p:nvSpPr>
            <p:cNvPr id="63" name="직사각형 62">
              <a:extLst>
                <a:ext uri="{FF2B5EF4-FFF2-40B4-BE49-F238E27FC236}">
                  <a16:creationId xmlns:a16="http://schemas.microsoft.com/office/drawing/2014/main" id="{9F5FDE39-8FE1-5830-41E0-8CF548C31C8F}"/>
                </a:ext>
              </a:extLst>
            </p:cNvPr>
            <p:cNvSpPr/>
            <p:nvPr/>
          </p:nvSpPr>
          <p:spPr>
            <a:xfrm>
              <a:off x="4949871" y="2771153"/>
              <a:ext cx="945192" cy="141284"/>
            </a:xfrm>
            <a:prstGeom prst="rect">
              <a:avLst/>
            </a:prstGeom>
            <a:pattFill prst="wdDnDiag">
              <a:fgClr>
                <a:srgbClr val="92D050"/>
              </a:fgClr>
              <a:bgClr>
                <a:schemeClr val="bg2"/>
              </a:bgClr>
            </a:patt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400"/>
            </a:p>
          </p:txBody>
        </p:sp>
        <p:sp>
          <p:nvSpPr>
            <p:cNvPr id="64" name="직사각형 63">
              <a:extLst>
                <a:ext uri="{FF2B5EF4-FFF2-40B4-BE49-F238E27FC236}">
                  <a16:creationId xmlns:a16="http://schemas.microsoft.com/office/drawing/2014/main" id="{6C506DF6-24E6-B760-402B-44072139448B}"/>
                </a:ext>
              </a:extLst>
            </p:cNvPr>
            <p:cNvSpPr/>
            <p:nvPr/>
          </p:nvSpPr>
          <p:spPr>
            <a:xfrm>
              <a:off x="5730989" y="3880172"/>
              <a:ext cx="160938" cy="490280"/>
            </a:xfrm>
            <a:prstGeom prst="rect">
              <a:avLst/>
            </a:prstGeom>
            <a:pattFill prst="wdDnDiag">
              <a:fgClr>
                <a:srgbClr val="92D050"/>
              </a:fgClr>
              <a:bgClr>
                <a:schemeClr val="bg2"/>
              </a:bgClr>
            </a:patt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400"/>
            </a:p>
          </p:txBody>
        </p:sp>
        <p:sp>
          <p:nvSpPr>
            <p:cNvPr id="65" name="평행 사변형 64">
              <a:extLst>
                <a:ext uri="{FF2B5EF4-FFF2-40B4-BE49-F238E27FC236}">
                  <a16:creationId xmlns:a16="http://schemas.microsoft.com/office/drawing/2014/main" id="{2BFA8F9F-FEEB-64DC-EC8F-F0A95EA9CE64}"/>
                </a:ext>
              </a:extLst>
            </p:cNvPr>
            <p:cNvSpPr/>
            <p:nvPr/>
          </p:nvSpPr>
          <p:spPr>
            <a:xfrm>
              <a:off x="6896425" y="3880172"/>
              <a:ext cx="435623" cy="148838"/>
            </a:xfrm>
            <a:prstGeom prst="parallelogram">
              <a:avLst>
                <a:gd name="adj" fmla="val 100179"/>
              </a:avLst>
            </a:prstGeom>
            <a:pattFill prst="wdDnDiag">
              <a:fgClr>
                <a:srgbClr val="92D050"/>
              </a:fgClr>
              <a:bgClr>
                <a:schemeClr val="bg2"/>
              </a:bgClr>
            </a:patt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400"/>
            </a:p>
          </p:txBody>
        </p:sp>
        <p:sp>
          <p:nvSpPr>
            <p:cNvPr id="66" name="평행 사변형 65">
              <a:extLst>
                <a:ext uri="{FF2B5EF4-FFF2-40B4-BE49-F238E27FC236}">
                  <a16:creationId xmlns:a16="http://schemas.microsoft.com/office/drawing/2014/main" id="{57385472-F9E2-832E-68B2-30D651047E37}"/>
                </a:ext>
              </a:extLst>
            </p:cNvPr>
            <p:cNvSpPr/>
            <p:nvPr/>
          </p:nvSpPr>
          <p:spPr>
            <a:xfrm>
              <a:off x="6921437" y="4482555"/>
              <a:ext cx="435623" cy="148838"/>
            </a:xfrm>
            <a:prstGeom prst="parallelogram">
              <a:avLst>
                <a:gd name="adj" fmla="val 93727"/>
              </a:avLst>
            </a:prstGeom>
            <a:pattFill prst="wdDnDiag">
              <a:fgClr>
                <a:srgbClr val="92D050"/>
              </a:fgClr>
              <a:bgClr>
                <a:schemeClr val="bg2"/>
              </a:bgClr>
            </a:patt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400"/>
            </a:p>
          </p:txBody>
        </p:sp>
        <p:sp>
          <p:nvSpPr>
            <p:cNvPr id="67" name="사다리꼴 66">
              <a:extLst>
                <a:ext uri="{FF2B5EF4-FFF2-40B4-BE49-F238E27FC236}">
                  <a16:creationId xmlns:a16="http://schemas.microsoft.com/office/drawing/2014/main" id="{A730958D-B336-4856-286E-78EE1D738A0E}"/>
                </a:ext>
              </a:extLst>
            </p:cNvPr>
            <p:cNvSpPr/>
            <p:nvPr/>
          </p:nvSpPr>
          <p:spPr>
            <a:xfrm>
              <a:off x="8525267" y="2063038"/>
              <a:ext cx="828674" cy="209389"/>
            </a:xfrm>
            <a:prstGeom prst="trapezoid">
              <a:avLst>
                <a:gd name="adj" fmla="val 110389"/>
              </a:avLst>
            </a:prstGeom>
            <a:pattFill prst="wdDnDiag">
              <a:fgClr>
                <a:srgbClr val="92D050"/>
              </a:fgClr>
              <a:bgClr>
                <a:schemeClr val="bg2"/>
              </a:bgClr>
            </a:patt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400"/>
            </a:p>
          </p:txBody>
        </p:sp>
        <p:sp>
          <p:nvSpPr>
            <p:cNvPr id="68" name="평행 사변형 67">
              <a:extLst>
                <a:ext uri="{FF2B5EF4-FFF2-40B4-BE49-F238E27FC236}">
                  <a16:creationId xmlns:a16="http://schemas.microsoft.com/office/drawing/2014/main" id="{6969196A-D0B4-5662-76E1-C8B1A96A3FCC}"/>
                </a:ext>
              </a:extLst>
            </p:cNvPr>
            <p:cNvSpPr/>
            <p:nvPr/>
          </p:nvSpPr>
          <p:spPr>
            <a:xfrm>
              <a:off x="7036435" y="2062047"/>
              <a:ext cx="435623" cy="209389"/>
            </a:xfrm>
            <a:prstGeom prst="parallelogram">
              <a:avLst>
                <a:gd name="adj" fmla="val 100179"/>
              </a:avLst>
            </a:prstGeom>
            <a:pattFill prst="wdDnDiag">
              <a:fgClr>
                <a:srgbClr val="92D050"/>
              </a:fgClr>
              <a:bgClr>
                <a:schemeClr val="bg2"/>
              </a:bgClr>
            </a:patt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400"/>
            </a:p>
          </p:txBody>
        </p:sp>
        <p:sp>
          <p:nvSpPr>
            <p:cNvPr id="69" name="타원 68">
              <a:extLst>
                <a:ext uri="{FF2B5EF4-FFF2-40B4-BE49-F238E27FC236}">
                  <a16:creationId xmlns:a16="http://schemas.microsoft.com/office/drawing/2014/main" id="{F47CA1B5-1C2D-0FDE-A6A3-9B0ECA705166}"/>
                </a:ext>
              </a:extLst>
            </p:cNvPr>
            <p:cNvSpPr/>
            <p:nvPr/>
          </p:nvSpPr>
          <p:spPr>
            <a:xfrm>
              <a:off x="3310495" y="5459852"/>
              <a:ext cx="93294" cy="96531"/>
            </a:xfrm>
            <a:prstGeom prst="ellipse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400" dirty="0">
                  <a:solidFill>
                    <a:schemeClr val="tx1"/>
                  </a:solidFill>
                </a:rPr>
                <a:t>B</a:t>
              </a:r>
              <a:endParaRPr lang="ko-KR" altLang="en-US" sz="400" dirty="0">
                <a:solidFill>
                  <a:schemeClr val="tx1"/>
                </a:solidFill>
              </a:endParaRPr>
            </a:p>
          </p:txBody>
        </p:sp>
        <p:sp>
          <p:nvSpPr>
            <p:cNvPr id="70" name="타원 69">
              <a:extLst>
                <a:ext uri="{FF2B5EF4-FFF2-40B4-BE49-F238E27FC236}">
                  <a16:creationId xmlns:a16="http://schemas.microsoft.com/office/drawing/2014/main" id="{46E21538-9D5B-DEA8-663F-45030C5DF6B2}"/>
                </a:ext>
              </a:extLst>
            </p:cNvPr>
            <p:cNvSpPr/>
            <p:nvPr/>
          </p:nvSpPr>
          <p:spPr>
            <a:xfrm>
              <a:off x="3391144" y="4997380"/>
              <a:ext cx="93294" cy="96531"/>
            </a:xfrm>
            <a:prstGeom prst="ellipse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400" dirty="0">
                  <a:solidFill>
                    <a:schemeClr val="tx1"/>
                  </a:solidFill>
                </a:rPr>
                <a:t>C</a:t>
              </a:r>
              <a:endParaRPr lang="ko-KR" altLang="en-US" sz="400" dirty="0">
                <a:solidFill>
                  <a:schemeClr val="tx1"/>
                </a:solidFill>
              </a:endParaRPr>
            </a:p>
          </p:txBody>
        </p:sp>
        <p:sp>
          <p:nvSpPr>
            <p:cNvPr id="71" name="타원 70">
              <a:extLst>
                <a:ext uri="{FF2B5EF4-FFF2-40B4-BE49-F238E27FC236}">
                  <a16:creationId xmlns:a16="http://schemas.microsoft.com/office/drawing/2014/main" id="{B8FE032A-6F4D-6BF7-03E4-909F340A1962}"/>
                </a:ext>
              </a:extLst>
            </p:cNvPr>
            <p:cNvSpPr/>
            <p:nvPr/>
          </p:nvSpPr>
          <p:spPr>
            <a:xfrm>
              <a:off x="3547118" y="5262934"/>
              <a:ext cx="93294" cy="96531"/>
            </a:xfrm>
            <a:prstGeom prst="ellipse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400" dirty="0">
                  <a:solidFill>
                    <a:schemeClr val="tx1"/>
                  </a:solidFill>
                </a:rPr>
                <a:t>D</a:t>
              </a:r>
              <a:endParaRPr lang="ko-KR" altLang="en-US" sz="400" dirty="0">
                <a:solidFill>
                  <a:schemeClr val="tx1"/>
                </a:solidFill>
              </a:endParaRPr>
            </a:p>
          </p:txBody>
        </p:sp>
        <p:sp>
          <p:nvSpPr>
            <p:cNvPr id="72" name="타원 71">
              <a:extLst>
                <a:ext uri="{FF2B5EF4-FFF2-40B4-BE49-F238E27FC236}">
                  <a16:creationId xmlns:a16="http://schemas.microsoft.com/office/drawing/2014/main" id="{1818C392-0745-9D89-0B9F-606600EE4368}"/>
                </a:ext>
              </a:extLst>
            </p:cNvPr>
            <p:cNvSpPr/>
            <p:nvPr/>
          </p:nvSpPr>
          <p:spPr>
            <a:xfrm>
              <a:off x="3777904" y="4707857"/>
              <a:ext cx="93294" cy="96531"/>
            </a:xfrm>
            <a:prstGeom prst="ellipse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400" dirty="0">
                  <a:solidFill>
                    <a:schemeClr val="tx1"/>
                  </a:solidFill>
                </a:rPr>
                <a:t>E</a:t>
              </a:r>
              <a:endParaRPr lang="ko-KR" altLang="en-US" sz="400" dirty="0">
                <a:solidFill>
                  <a:schemeClr val="tx1"/>
                </a:solidFill>
              </a:endParaRPr>
            </a:p>
          </p:txBody>
        </p:sp>
        <p:sp>
          <p:nvSpPr>
            <p:cNvPr id="74" name="타원 73">
              <a:extLst>
                <a:ext uri="{FF2B5EF4-FFF2-40B4-BE49-F238E27FC236}">
                  <a16:creationId xmlns:a16="http://schemas.microsoft.com/office/drawing/2014/main" id="{F38202EF-8FC3-BE53-2974-BDEAF64D6818}"/>
                </a:ext>
              </a:extLst>
            </p:cNvPr>
            <p:cNvSpPr/>
            <p:nvPr/>
          </p:nvSpPr>
          <p:spPr>
            <a:xfrm>
              <a:off x="4031759" y="4142673"/>
              <a:ext cx="93294" cy="96531"/>
            </a:xfrm>
            <a:prstGeom prst="ellipse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400" dirty="0">
                  <a:solidFill>
                    <a:schemeClr val="tx1"/>
                  </a:solidFill>
                </a:rPr>
                <a:t>F</a:t>
              </a:r>
              <a:endParaRPr lang="ko-KR" altLang="en-US" sz="400" dirty="0">
                <a:solidFill>
                  <a:schemeClr val="tx1"/>
                </a:solidFill>
              </a:endParaRPr>
            </a:p>
          </p:txBody>
        </p:sp>
        <p:sp>
          <p:nvSpPr>
            <p:cNvPr id="75" name="타원 74">
              <a:extLst>
                <a:ext uri="{FF2B5EF4-FFF2-40B4-BE49-F238E27FC236}">
                  <a16:creationId xmlns:a16="http://schemas.microsoft.com/office/drawing/2014/main" id="{E12F6434-F4A5-9808-4D69-D1F95FEE7E5E}"/>
                </a:ext>
              </a:extLst>
            </p:cNvPr>
            <p:cNvSpPr/>
            <p:nvPr/>
          </p:nvSpPr>
          <p:spPr>
            <a:xfrm>
              <a:off x="5079438" y="3175692"/>
              <a:ext cx="93294" cy="96531"/>
            </a:xfrm>
            <a:prstGeom prst="ellipse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400" dirty="0">
                  <a:solidFill>
                    <a:schemeClr val="tx1"/>
                  </a:solidFill>
                </a:rPr>
                <a:t>H</a:t>
              </a:r>
              <a:endParaRPr lang="ko-KR" altLang="en-US" sz="400" dirty="0">
                <a:solidFill>
                  <a:schemeClr val="tx1"/>
                </a:solidFill>
              </a:endParaRPr>
            </a:p>
          </p:txBody>
        </p:sp>
        <p:sp>
          <p:nvSpPr>
            <p:cNvPr id="76" name="타원 75">
              <a:extLst>
                <a:ext uri="{FF2B5EF4-FFF2-40B4-BE49-F238E27FC236}">
                  <a16:creationId xmlns:a16="http://schemas.microsoft.com/office/drawing/2014/main" id="{5464343D-5CA4-4757-D547-282EAFE97AB5}"/>
                </a:ext>
              </a:extLst>
            </p:cNvPr>
            <p:cNvSpPr/>
            <p:nvPr/>
          </p:nvSpPr>
          <p:spPr>
            <a:xfrm>
              <a:off x="4672989" y="3730051"/>
              <a:ext cx="93294" cy="96531"/>
            </a:xfrm>
            <a:prstGeom prst="ellipse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400" dirty="0">
                  <a:solidFill>
                    <a:schemeClr val="tx1"/>
                  </a:solidFill>
                </a:rPr>
                <a:t>G</a:t>
              </a:r>
              <a:endParaRPr lang="ko-KR" altLang="en-US" sz="400" dirty="0">
                <a:solidFill>
                  <a:schemeClr val="tx1"/>
                </a:solidFill>
              </a:endParaRPr>
            </a:p>
          </p:txBody>
        </p:sp>
        <p:sp>
          <p:nvSpPr>
            <p:cNvPr id="77" name="타원 76">
              <a:extLst>
                <a:ext uri="{FF2B5EF4-FFF2-40B4-BE49-F238E27FC236}">
                  <a16:creationId xmlns:a16="http://schemas.microsoft.com/office/drawing/2014/main" id="{277568CC-2A38-3C5C-3232-B36BA4541F1A}"/>
                </a:ext>
              </a:extLst>
            </p:cNvPr>
            <p:cNvSpPr/>
            <p:nvPr/>
          </p:nvSpPr>
          <p:spPr>
            <a:xfrm>
              <a:off x="5079438" y="3572265"/>
              <a:ext cx="93294" cy="96531"/>
            </a:xfrm>
            <a:prstGeom prst="ellipse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400" dirty="0">
                  <a:solidFill>
                    <a:schemeClr val="tx1"/>
                  </a:solidFill>
                </a:rPr>
                <a:t>J</a:t>
              </a:r>
              <a:endParaRPr lang="ko-KR" altLang="en-US" sz="400" dirty="0">
                <a:solidFill>
                  <a:schemeClr val="tx1"/>
                </a:solidFill>
              </a:endParaRPr>
            </a:p>
          </p:txBody>
        </p:sp>
        <p:sp>
          <p:nvSpPr>
            <p:cNvPr id="78" name="타원 77">
              <a:extLst>
                <a:ext uri="{FF2B5EF4-FFF2-40B4-BE49-F238E27FC236}">
                  <a16:creationId xmlns:a16="http://schemas.microsoft.com/office/drawing/2014/main" id="{72C43F9E-485E-CBB8-D7DD-63173320DCD3}"/>
                </a:ext>
              </a:extLst>
            </p:cNvPr>
            <p:cNvSpPr/>
            <p:nvPr/>
          </p:nvSpPr>
          <p:spPr>
            <a:xfrm>
              <a:off x="5463595" y="3411940"/>
              <a:ext cx="93294" cy="96531"/>
            </a:xfrm>
            <a:prstGeom prst="ellipse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400" dirty="0">
                  <a:solidFill>
                    <a:schemeClr val="tx1"/>
                  </a:solidFill>
                </a:rPr>
                <a:t>K</a:t>
              </a:r>
              <a:endParaRPr lang="ko-KR" altLang="en-US" sz="400" dirty="0">
                <a:solidFill>
                  <a:schemeClr val="tx1"/>
                </a:solidFill>
              </a:endParaRPr>
            </a:p>
          </p:txBody>
        </p:sp>
        <p:sp>
          <p:nvSpPr>
            <p:cNvPr id="79" name="타원 78">
              <a:extLst>
                <a:ext uri="{FF2B5EF4-FFF2-40B4-BE49-F238E27FC236}">
                  <a16:creationId xmlns:a16="http://schemas.microsoft.com/office/drawing/2014/main" id="{D2928EFD-46B8-7A92-9545-39B4B73E908C}"/>
                </a:ext>
              </a:extLst>
            </p:cNvPr>
            <p:cNvSpPr/>
            <p:nvPr/>
          </p:nvSpPr>
          <p:spPr>
            <a:xfrm>
              <a:off x="5556890" y="3038267"/>
              <a:ext cx="93294" cy="96531"/>
            </a:xfrm>
            <a:prstGeom prst="ellipse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400" dirty="0">
                  <a:solidFill>
                    <a:schemeClr val="tx1"/>
                  </a:solidFill>
                </a:rPr>
                <a:t>I</a:t>
              </a:r>
              <a:endParaRPr lang="ko-KR" altLang="en-US" sz="400" dirty="0">
                <a:solidFill>
                  <a:schemeClr val="tx1"/>
                </a:solidFill>
              </a:endParaRPr>
            </a:p>
          </p:txBody>
        </p:sp>
        <p:sp>
          <p:nvSpPr>
            <p:cNvPr id="80" name="타원 79">
              <a:extLst>
                <a:ext uri="{FF2B5EF4-FFF2-40B4-BE49-F238E27FC236}">
                  <a16:creationId xmlns:a16="http://schemas.microsoft.com/office/drawing/2014/main" id="{C98AB8B2-969C-3EB6-5D31-C60A51E6D1F5}"/>
                </a:ext>
              </a:extLst>
            </p:cNvPr>
            <p:cNvSpPr/>
            <p:nvPr/>
          </p:nvSpPr>
          <p:spPr>
            <a:xfrm>
              <a:off x="3657489" y="3364857"/>
              <a:ext cx="93294" cy="96531"/>
            </a:xfrm>
            <a:prstGeom prst="ellipse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400" dirty="0">
                  <a:solidFill>
                    <a:schemeClr val="tx1"/>
                  </a:solidFill>
                </a:rPr>
                <a:t>ㄱ</a:t>
              </a:r>
            </a:p>
          </p:txBody>
        </p:sp>
        <p:sp>
          <p:nvSpPr>
            <p:cNvPr id="81" name="타원 80">
              <a:extLst>
                <a:ext uri="{FF2B5EF4-FFF2-40B4-BE49-F238E27FC236}">
                  <a16:creationId xmlns:a16="http://schemas.microsoft.com/office/drawing/2014/main" id="{4E393D97-FCB9-A625-B65B-C45030F63BC5}"/>
                </a:ext>
              </a:extLst>
            </p:cNvPr>
            <p:cNvSpPr/>
            <p:nvPr/>
          </p:nvSpPr>
          <p:spPr>
            <a:xfrm>
              <a:off x="1771160" y="4072690"/>
              <a:ext cx="93294" cy="96531"/>
            </a:xfrm>
            <a:prstGeom prst="ellipse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400" dirty="0">
                  <a:solidFill>
                    <a:schemeClr val="tx1"/>
                  </a:solidFill>
                </a:rPr>
                <a:t>ㄴ</a:t>
              </a:r>
            </a:p>
          </p:txBody>
        </p:sp>
        <p:sp>
          <p:nvSpPr>
            <p:cNvPr id="82" name="타원 81">
              <a:extLst>
                <a:ext uri="{FF2B5EF4-FFF2-40B4-BE49-F238E27FC236}">
                  <a16:creationId xmlns:a16="http://schemas.microsoft.com/office/drawing/2014/main" id="{0BD5E655-59CB-9041-F7D5-0CB07ED80833}"/>
                </a:ext>
              </a:extLst>
            </p:cNvPr>
            <p:cNvSpPr/>
            <p:nvPr/>
          </p:nvSpPr>
          <p:spPr>
            <a:xfrm>
              <a:off x="5328290" y="1912346"/>
              <a:ext cx="93294" cy="96531"/>
            </a:xfrm>
            <a:prstGeom prst="ellipse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400" dirty="0">
                  <a:solidFill>
                    <a:schemeClr val="tx1"/>
                  </a:solidFill>
                </a:rPr>
                <a:t>ㄷ</a:t>
              </a:r>
            </a:p>
          </p:txBody>
        </p:sp>
        <p:sp>
          <p:nvSpPr>
            <p:cNvPr id="83" name="타원 82">
              <a:extLst>
                <a:ext uri="{FF2B5EF4-FFF2-40B4-BE49-F238E27FC236}">
                  <a16:creationId xmlns:a16="http://schemas.microsoft.com/office/drawing/2014/main" id="{2C29B94C-3A47-D9AD-B613-6CE6B8E5286F}"/>
                </a:ext>
              </a:extLst>
            </p:cNvPr>
            <p:cNvSpPr/>
            <p:nvPr/>
          </p:nvSpPr>
          <p:spPr>
            <a:xfrm>
              <a:off x="8027915" y="5632860"/>
              <a:ext cx="93294" cy="96531"/>
            </a:xfrm>
            <a:prstGeom prst="ellipse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400" dirty="0">
                  <a:solidFill>
                    <a:schemeClr val="tx1"/>
                  </a:solidFill>
                </a:rPr>
                <a:t>ㄹ</a:t>
              </a:r>
            </a:p>
          </p:txBody>
        </p:sp>
        <p:sp>
          <p:nvSpPr>
            <p:cNvPr id="84" name="타원 83">
              <a:extLst>
                <a:ext uri="{FF2B5EF4-FFF2-40B4-BE49-F238E27FC236}">
                  <a16:creationId xmlns:a16="http://schemas.microsoft.com/office/drawing/2014/main" id="{7AE43008-CA0F-E5C6-91A6-1726BB9D7D67}"/>
                </a:ext>
              </a:extLst>
            </p:cNvPr>
            <p:cNvSpPr/>
            <p:nvPr/>
          </p:nvSpPr>
          <p:spPr>
            <a:xfrm>
              <a:off x="10817670" y="4789613"/>
              <a:ext cx="93294" cy="96531"/>
            </a:xfrm>
            <a:prstGeom prst="ellipse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400" dirty="0">
                  <a:solidFill>
                    <a:schemeClr val="tx1"/>
                  </a:solidFill>
                </a:rPr>
                <a:t>ㅁ</a:t>
              </a:r>
            </a:p>
          </p:txBody>
        </p:sp>
        <p:sp>
          <p:nvSpPr>
            <p:cNvPr id="85" name="타원 84">
              <a:extLst>
                <a:ext uri="{FF2B5EF4-FFF2-40B4-BE49-F238E27FC236}">
                  <a16:creationId xmlns:a16="http://schemas.microsoft.com/office/drawing/2014/main" id="{ADEA9E75-2845-488C-2A77-BB6D66B9B7DD}"/>
                </a:ext>
              </a:extLst>
            </p:cNvPr>
            <p:cNvSpPr/>
            <p:nvPr/>
          </p:nvSpPr>
          <p:spPr>
            <a:xfrm>
              <a:off x="4907668" y="4997380"/>
              <a:ext cx="93294" cy="96531"/>
            </a:xfrm>
            <a:prstGeom prst="ellipse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400" dirty="0">
                  <a:solidFill>
                    <a:schemeClr val="tx1"/>
                  </a:solidFill>
                </a:rPr>
                <a:t>P</a:t>
              </a:r>
              <a:endParaRPr lang="ko-KR" altLang="en-US" sz="400" dirty="0">
                <a:solidFill>
                  <a:schemeClr val="tx1"/>
                </a:solidFill>
              </a:endParaRPr>
            </a:p>
          </p:txBody>
        </p:sp>
        <p:sp>
          <p:nvSpPr>
            <p:cNvPr id="86" name="타원 85">
              <a:extLst>
                <a:ext uri="{FF2B5EF4-FFF2-40B4-BE49-F238E27FC236}">
                  <a16:creationId xmlns:a16="http://schemas.microsoft.com/office/drawing/2014/main" id="{0393E187-EA92-60B7-84B7-8D398710D359}"/>
                </a:ext>
              </a:extLst>
            </p:cNvPr>
            <p:cNvSpPr/>
            <p:nvPr/>
          </p:nvSpPr>
          <p:spPr>
            <a:xfrm>
              <a:off x="5110411" y="4763870"/>
              <a:ext cx="93294" cy="96531"/>
            </a:xfrm>
            <a:prstGeom prst="ellipse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400" dirty="0">
                  <a:solidFill>
                    <a:schemeClr val="tx1"/>
                  </a:solidFill>
                </a:rPr>
                <a:t>Q</a:t>
              </a:r>
              <a:endParaRPr lang="ko-KR" altLang="en-US" sz="400" dirty="0">
                <a:solidFill>
                  <a:schemeClr val="tx1"/>
                </a:solidFill>
              </a:endParaRPr>
            </a:p>
          </p:txBody>
        </p:sp>
        <p:sp>
          <p:nvSpPr>
            <p:cNvPr id="87" name="타원 86">
              <a:extLst>
                <a:ext uri="{FF2B5EF4-FFF2-40B4-BE49-F238E27FC236}">
                  <a16:creationId xmlns:a16="http://schemas.microsoft.com/office/drawing/2014/main" id="{01677A1D-B589-2885-A5C7-A28587B139C0}"/>
                </a:ext>
              </a:extLst>
            </p:cNvPr>
            <p:cNvSpPr/>
            <p:nvPr/>
          </p:nvSpPr>
          <p:spPr>
            <a:xfrm>
              <a:off x="4664150" y="4821175"/>
              <a:ext cx="93294" cy="96531"/>
            </a:xfrm>
            <a:prstGeom prst="ellipse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400" dirty="0">
                  <a:solidFill>
                    <a:schemeClr val="tx1"/>
                  </a:solidFill>
                </a:rPr>
                <a:t>O</a:t>
              </a:r>
              <a:endParaRPr lang="ko-KR" altLang="en-US" sz="400" dirty="0">
                <a:solidFill>
                  <a:schemeClr val="tx1"/>
                </a:solidFill>
              </a:endParaRPr>
            </a:p>
          </p:txBody>
        </p:sp>
        <p:sp>
          <p:nvSpPr>
            <p:cNvPr id="88" name="타원 87">
              <a:extLst>
                <a:ext uri="{FF2B5EF4-FFF2-40B4-BE49-F238E27FC236}">
                  <a16:creationId xmlns:a16="http://schemas.microsoft.com/office/drawing/2014/main" id="{6DF9D3FE-0B1B-0F15-520A-9E31CA0E6892}"/>
                </a:ext>
              </a:extLst>
            </p:cNvPr>
            <p:cNvSpPr/>
            <p:nvPr/>
          </p:nvSpPr>
          <p:spPr>
            <a:xfrm>
              <a:off x="2720277" y="4369787"/>
              <a:ext cx="93294" cy="96531"/>
            </a:xfrm>
            <a:prstGeom prst="ellipse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400" dirty="0">
                  <a:solidFill>
                    <a:schemeClr val="tx1"/>
                  </a:solidFill>
                </a:rPr>
                <a:t>N</a:t>
              </a:r>
              <a:endParaRPr lang="ko-KR" altLang="en-US" sz="400" dirty="0">
                <a:solidFill>
                  <a:schemeClr val="tx1"/>
                </a:solidFill>
              </a:endParaRPr>
            </a:p>
          </p:txBody>
        </p:sp>
        <p:sp>
          <p:nvSpPr>
            <p:cNvPr id="89" name="타원 88">
              <a:extLst>
                <a:ext uri="{FF2B5EF4-FFF2-40B4-BE49-F238E27FC236}">
                  <a16:creationId xmlns:a16="http://schemas.microsoft.com/office/drawing/2014/main" id="{23E5ED05-6AD3-B657-C26E-CD1DF74CCBB0}"/>
                </a:ext>
              </a:extLst>
            </p:cNvPr>
            <p:cNvSpPr/>
            <p:nvPr/>
          </p:nvSpPr>
          <p:spPr>
            <a:xfrm>
              <a:off x="2772824" y="3446713"/>
              <a:ext cx="93294" cy="96531"/>
            </a:xfrm>
            <a:prstGeom prst="ellipse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400" dirty="0">
                  <a:solidFill>
                    <a:schemeClr val="tx1"/>
                  </a:solidFill>
                </a:rPr>
                <a:t>M</a:t>
              </a:r>
              <a:endParaRPr lang="ko-KR" altLang="en-US" sz="400" dirty="0">
                <a:solidFill>
                  <a:schemeClr val="tx1"/>
                </a:solidFill>
              </a:endParaRPr>
            </a:p>
          </p:txBody>
        </p:sp>
        <p:sp>
          <p:nvSpPr>
            <p:cNvPr id="90" name="타원 89">
              <a:extLst>
                <a:ext uri="{FF2B5EF4-FFF2-40B4-BE49-F238E27FC236}">
                  <a16:creationId xmlns:a16="http://schemas.microsoft.com/office/drawing/2014/main" id="{99799E68-5434-B5DA-BA0C-3B5F99BC654B}"/>
                </a:ext>
              </a:extLst>
            </p:cNvPr>
            <p:cNvSpPr/>
            <p:nvPr/>
          </p:nvSpPr>
          <p:spPr>
            <a:xfrm>
              <a:off x="4514828" y="3079161"/>
              <a:ext cx="93294" cy="96531"/>
            </a:xfrm>
            <a:prstGeom prst="ellipse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400" dirty="0">
                  <a:solidFill>
                    <a:schemeClr val="tx1"/>
                  </a:solidFill>
                </a:rPr>
                <a:t>L</a:t>
              </a:r>
              <a:endParaRPr lang="ko-KR" altLang="en-US" sz="400" dirty="0">
                <a:solidFill>
                  <a:schemeClr val="tx1"/>
                </a:solidFill>
              </a:endParaRPr>
            </a:p>
          </p:txBody>
        </p:sp>
        <p:sp>
          <p:nvSpPr>
            <p:cNvPr id="91" name="타원 90">
              <a:extLst>
                <a:ext uri="{FF2B5EF4-FFF2-40B4-BE49-F238E27FC236}">
                  <a16:creationId xmlns:a16="http://schemas.microsoft.com/office/drawing/2014/main" id="{D1825974-F74A-7EDE-F923-D5872CDE220A}"/>
                </a:ext>
              </a:extLst>
            </p:cNvPr>
            <p:cNvSpPr/>
            <p:nvPr/>
          </p:nvSpPr>
          <p:spPr>
            <a:xfrm>
              <a:off x="5702661" y="4932426"/>
              <a:ext cx="93294" cy="96531"/>
            </a:xfrm>
            <a:prstGeom prst="ellipse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400" dirty="0">
                  <a:solidFill>
                    <a:schemeClr val="tx1"/>
                  </a:solidFill>
                </a:rPr>
                <a:t>R</a:t>
              </a:r>
              <a:endParaRPr lang="ko-KR" altLang="en-US" sz="400" dirty="0">
                <a:solidFill>
                  <a:schemeClr val="tx1"/>
                </a:solidFill>
              </a:endParaRPr>
            </a:p>
          </p:txBody>
        </p:sp>
        <p:sp>
          <p:nvSpPr>
            <p:cNvPr id="92" name="타원 91">
              <a:extLst>
                <a:ext uri="{FF2B5EF4-FFF2-40B4-BE49-F238E27FC236}">
                  <a16:creationId xmlns:a16="http://schemas.microsoft.com/office/drawing/2014/main" id="{0A444482-165F-5993-B4D1-EA0EAD4BD68F}"/>
                </a:ext>
              </a:extLst>
            </p:cNvPr>
            <p:cNvSpPr/>
            <p:nvPr/>
          </p:nvSpPr>
          <p:spPr>
            <a:xfrm>
              <a:off x="6874789" y="4263208"/>
              <a:ext cx="93294" cy="96531"/>
            </a:xfrm>
            <a:prstGeom prst="ellipse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400" dirty="0">
                  <a:solidFill>
                    <a:schemeClr val="tx1"/>
                  </a:solidFill>
                </a:rPr>
                <a:t>T</a:t>
              </a:r>
              <a:endParaRPr lang="ko-KR" altLang="en-US" sz="400" dirty="0">
                <a:solidFill>
                  <a:schemeClr val="tx1"/>
                </a:solidFill>
              </a:endParaRPr>
            </a:p>
          </p:txBody>
        </p:sp>
        <p:sp>
          <p:nvSpPr>
            <p:cNvPr id="93" name="타원 92">
              <a:extLst>
                <a:ext uri="{FF2B5EF4-FFF2-40B4-BE49-F238E27FC236}">
                  <a16:creationId xmlns:a16="http://schemas.microsoft.com/office/drawing/2014/main" id="{C258C2A2-32D3-7336-B90F-3F7B8269C840}"/>
                </a:ext>
              </a:extLst>
            </p:cNvPr>
            <p:cNvSpPr/>
            <p:nvPr/>
          </p:nvSpPr>
          <p:spPr>
            <a:xfrm>
              <a:off x="6828141" y="4751744"/>
              <a:ext cx="93294" cy="96531"/>
            </a:xfrm>
            <a:prstGeom prst="ellipse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400" dirty="0">
                  <a:solidFill>
                    <a:schemeClr val="tx1"/>
                  </a:solidFill>
                </a:rPr>
                <a:t>S</a:t>
              </a:r>
              <a:endParaRPr lang="ko-KR" altLang="en-US" sz="400" dirty="0">
                <a:solidFill>
                  <a:schemeClr val="tx1"/>
                </a:solidFill>
              </a:endParaRPr>
            </a:p>
          </p:txBody>
        </p:sp>
        <p:sp>
          <p:nvSpPr>
            <p:cNvPr id="94" name="타원 93">
              <a:extLst>
                <a:ext uri="{FF2B5EF4-FFF2-40B4-BE49-F238E27FC236}">
                  <a16:creationId xmlns:a16="http://schemas.microsoft.com/office/drawing/2014/main" id="{047732A1-AF25-280A-B9C5-7A8AEEDB358A}"/>
                </a:ext>
              </a:extLst>
            </p:cNvPr>
            <p:cNvSpPr/>
            <p:nvPr/>
          </p:nvSpPr>
          <p:spPr>
            <a:xfrm>
              <a:off x="7150320" y="4302001"/>
              <a:ext cx="93294" cy="96531"/>
            </a:xfrm>
            <a:prstGeom prst="ellipse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400" dirty="0">
                  <a:solidFill>
                    <a:schemeClr val="tx1"/>
                  </a:solidFill>
                </a:rPr>
                <a:t>U</a:t>
              </a:r>
              <a:endParaRPr lang="ko-KR" altLang="en-US" sz="400" dirty="0">
                <a:solidFill>
                  <a:schemeClr val="tx1"/>
                </a:solidFill>
              </a:endParaRPr>
            </a:p>
          </p:txBody>
        </p:sp>
        <p:sp>
          <p:nvSpPr>
            <p:cNvPr id="95" name="타원 94">
              <a:extLst>
                <a:ext uri="{FF2B5EF4-FFF2-40B4-BE49-F238E27FC236}">
                  <a16:creationId xmlns:a16="http://schemas.microsoft.com/office/drawing/2014/main" id="{8D7BA39B-C70A-1155-78EC-3B025EBCDDCD}"/>
                </a:ext>
              </a:extLst>
            </p:cNvPr>
            <p:cNvSpPr/>
            <p:nvPr/>
          </p:nvSpPr>
          <p:spPr>
            <a:xfrm>
              <a:off x="7100614" y="4093874"/>
              <a:ext cx="93294" cy="96531"/>
            </a:xfrm>
            <a:prstGeom prst="ellipse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400" dirty="0">
                  <a:solidFill>
                    <a:schemeClr val="tx1"/>
                  </a:solidFill>
                </a:rPr>
                <a:t>V</a:t>
              </a:r>
              <a:endParaRPr lang="ko-KR" altLang="en-US" sz="400" dirty="0">
                <a:solidFill>
                  <a:schemeClr val="tx1"/>
                </a:solidFill>
              </a:endParaRPr>
            </a:p>
          </p:txBody>
        </p:sp>
        <p:sp>
          <p:nvSpPr>
            <p:cNvPr id="96" name="타원 95">
              <a:extLst>
                <a:ext uri="{FF2B5EF4-FFF2-40B4-BE49-F238E27FC236}">
                  <a16:creationId xmlns:a16="http://schemas.microsoft.com/office/drawing/2014/main" id="{CE6A5836-0C0B-1ACB-BA67-7CE7C0F12648}"/>
                </a:ext>
              </a:extLst>
            </p:cNvPr>
            <p:cNvSpPr/>
            <p:nvPr/>
          </p:nvSpPr>
          <p:spPr>
            <a:xfrm>
              <a:off x="7542754" y="3730050"/>
              <a:ext cx="93294" cy="96531"/>
            </a:xfrm>
            <a:prstGeom prst="ellipse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400" dirty="0">
                  <a:solidFill>
                    <a:schemeClr val="tx1"/>
                  </a:solidFill>
                </a:rPr>
                <a:t>W</a:t>
              </a:r>
              <a:endParaRPr lang="ko-KR" altLang="en-US" sz="400" dirty="0">
                <a:solidFill>
                  <a:schemeClr val="tx1"/>
                </a:solidFill>
              </a:endParaRPr>
            </a:p>
          </p:txBody>
        </p:sp>
        <p:sp>
          <p:nvSpPr>
            <p:cNvPr id="97" name="타원 96">
              <a:extLst>
                <a:ext uri="{FF2B5EF4-FFF2-40B4-BE49-F238E27FC236}">
                  <a16:creationId xmlns:a16="http://schemas.microsoft.com/office/drawing/2014/main" id="{99676EB6-EC65-C4DE-FA7E-C0C93C931430}"/>
                </a:ext>
              </a:extLst>
            </p:cNvPr>
            <p:cNvSpPr/>
            <p:nvPr/>
          </p:nvSpPr>
          <p:spPr>
            <a:xfrm>
              <a:off x="7688287" y="3844676"/>
              <a:ext cx="93294" cy="96531"/>
            </a:xfrm>
            <a:prstGeom prst="ellipse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400" dirty="0">
                  <a:solidFill>
                    <a:schemeClr val="tx1"/>
                  </a:solidFill>
                </a:rPr>
                <a:t>X</a:t>
              </a:r>
              <a:endParaRPr lang="ko-KR" altLang="en-US" sz="400" dirty="0">
                <a:solidFill>
                  <a:schemeClr val="tx1"/>
                </a:solidFill>
              </a:endParaRPr>
            </a:p>
          </p:txBody>
        </p:sp>
        <p:sp>
          <p:nvSpPr>
            <p:cNvPr id="98" name="타원 97">
              <a:extLst>
                <a:ext uri="{FF2B5EF4-FFF2-40B4-BE49-F238E27FC236}">
                  <a16:creationId xmlns:a16="http://schemas.microsoft.com/office/drawing/2014/main" id="{0C2DCB4E-2340-4043-637C-9106047E78AD}"/>
                </a:ext>
              </a:extLst>
            </p:cNvPr>
            <p:cNvSpPr/>
            <p:nvPr/>
          </p:nvSpPr>
          <p:spPr>
            <a:xfrm>
              <a:off x="8074563" y="4179352"/>
              <a:ext cx="93294" cy="96531"/>
            </a:xfrm>
            <a:prstGeom prst="ellipse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400" dirty="0">
                  <a:solidFill>
                    <a:schemeClr val="tx1"/>
                  </a:solidFill>
                </a:rPr>
                <a:t>Y</a:t>
              </a:r>
              <a:endParaRPr lang="ko-KR" altLang="en-US" sz="400" dirty="0">
                <a:solidFill>
                  <a:schemeClr val="tx1"/>
                </a:solidFill>
              </a:endParaRPr>
            </a:p>
          </p:txBody>
        </p:sp>
        <p:sp>
          <p:nvSpPr>
            <p:cNvPr id="99" name="타원 98">
              <a:extLst>
                <a:ext uri="{FF2B5EF4-FFF2-40B4-BE49-F238E27FC236}">
                  <a16:creationId xmlns:a16="http://schemas.microsoft.com/office/drawing/2014/main" id="{47453809-6ADD-908A-7D75-9FFF331B17A1}"/>
                </a:ext>
              </a:extLst>
            </p:cNvPr>
            <p:cNvSpPr/>
            <p:nvPr/>
          </p:nvSpPr>
          <p:spPr>
            <a:xfrm>
              <a:off x="8497785" y="4183970"/>
              <a:ext cx="93294" cy="96531"/>
            </a:xfrm>
            <a:prstGeom prst="ellipse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400" dirty="0">
                  <a:solidFill>
                    <a:schemeClr val="tx1"/>
                  </a:solidFill>
                </a:rPr>
                <a:t>Z</a:t>
              </a:r>
              <a:endParaRPr lang="ko-KR" altLang="en-US" sz="400" dirty="0">
                <a:solidFill>
                  <a:schemeClr val="tx1"/>
                </a:solidFill>
              </a:endParaRPr>
            </a:p>
          </p:txBody>
        </p:sp>
        <p:sp>
          <p:nvSpPr>
            <p:cNvPr id="100" name="타원 99">
              <a:extLst>
                <a:ext uri="{FF2B5EF4-FFF2-40B4-BE49-F238E27FC236}">
                  <a16:creationId xmlns:a16="http://schemas.microsoft.com/office/drawing/2014/main" id="{08386DB5-C222-E884-F042-FD4671EBE570}"/>
                </a:ext>
              </a:extLst>
            </p:cNvPr>
            <p:cNvSpPr/>
            <p:nvPr/>
          </p:nvSpPr>
          <p:spPr>
            <a:xfrm>
              <a:off x="9153092" y="5010163"/>
              <a:ext cx="93294" cy="96531"/>
            </a:xfrm>
            <a:prstGeom prst="ellipse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400" dirty="0">
                  <a:solidFill>
                    <a:schemeClr val="tx1"/>
                  </a:solidFill>
                </a:rPr>
                <a:t>b</a:t>
              </a:r>
              <a:endParaRPr lang="ko-KR" altLang="en-US" sz="400" dirty="0">
                <a:solidFill>
                  <a:schemeClr val="tx1"/>
                </a:solidFill>
              </a:endParaRPr>
            </a:p>
          </p:txBody>
        </p:sp>
        <p:sp>
          <p:nvSpPr>
            <p:cNvPr id="101" name="타원 100">
              <a:extLst>
                <a:ext uri="{FF2B5EF4-FFF2-40B4-BE49-F238E27FC236}">
                  <a16:creationId xmlns:a16="http://schemas.microsoft.com/office/drawing/2014/main" id="{6A7268DA-3696-87AF-A55E-B5BBAB870863}"/>
                </a:ext>
              </a:extLst>
            </p:cNvPr>
            <p:cNvSpPr/>
            <p:nvPr/>
          </p:nvSpPr>
          <p:spPr>
            <a:xfrm>
              <a:off x="9143804" y="4553622"/>
              <a:ext cx="93294" cy="96531"/>
            </a:xfrm>
            <a:prstGeom prst="ellipse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400" dirty="0">
                  <a:solidFill>
                    <a:schemeClr val="tx1"/>
                  </a:solidFill>
                </a:rPr>
                <a:t>a</a:t>
              </a:r>
              <a:endParaRPr lang="ko-KR" altLang="en-US" sz="400" dirty="0">
                <a:solidFill>
                  <a:schemeClr val="tx1"/>
                </a:solidFill>
              </a:endParaRPr>
            </a:p>
          </p:txBody>
        </p:sp>
        <p:sp>
          <p:nvSpPr>
            <p:cNvPr id="102" name="타원 101">
              <a:extLst>
                <a:ext uri="{FF2B5EF4-FFF2-40B4-BE49-F238E27FC236}">
                  <a16:creationId xmlns:a16="http://schemas.microsoft.com/office/drawing/2014/main" id="{41213FC9-52E3-0359-1EC5-AE0F0643A474}"/>
                </a:ext>
              </a:extLst>
            </p:cNvPr>
            <p:cNvSpPr/>
            <p:nvPr/>
          </p:nvSpPr>
          <p:spPr>
            <a:xfrm>
              <a:off x="9620226" y="4832430"/>
              <a:ext cx="93294" cy="96531"/>
            </a:xfrm>
            <a:prstGeom prst="ellipse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400" dirty="0">
                  <a:solidFill>
                    <a:schemeClr val="tx1"/>
                  </a:solidFill>
                </a:rPr>
                <a:t>e</a:t>
              </a:r>
              <a:endParaRPr lang="ko-KR" altLang="en-US" sz="400" dirty="0">
                <a:solidFill>
                  <a:schemeClr val="tx1"/>
                </a:solidFill>
              </a:endParaRPr>
            </a:p>
          </p:txBody>
        </p:sp>
        <p:sp>
          <p:nvSpPr>
            <p:cNvPr id="103" name="타원 102">
              <a:extLst>
                <a:ext uri="{FF2B5EF4-FFF2-40B4-BE49-F238E27FC236}">
                  <a16:creationId xmlns:a16="http://schemas.microsoft.com/office/drawing/2014/main" id="{07E18DA0-CD49-353E-7963-BDD6DF9A8F19}"/>
                </a:ext>
              </a:extLst>
            </p:cNvPr>
            <p:cNvSpPr/>
            <p:nvPr/>
          </p:nvSpPr>
          <p:spPr>
            <a:xfrm>
              <a:off x="8862368" y="5416006"/>
              <a:ext cx="93294" cy="96531"/>
            </a:xfrm>
            <a:prstGeom prst="ellipse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400" dirty="0">
                  <a:solidFill>
                    <a:schemeClr val="tx1"/>
                  </a:solidFill>
                </a:rPr>
                <a:t>d</a:t>
              </a:r>
              <a:endParaRPr lang="ko-KR" altLang="en-US" sz="400" dirty="0">
                <a:solidFill>
                  <a:schemeClr val="tx1"/>
                </a:solidFill>
              </a:endParaRPr>
            </a:p>
          </p:txBody>
        </p:sp>
        <p:sp>
          <p:nvSpPr>
            <p:cNvPr id="104" name="타원 103">
              <a:extLst>
                <a:ext uri="{FF2B5EF4-FFF2-40B4-BE49-F238E27FC236}">
                  <a16:creationId xmlns:a16="http://schemas.microsoft.com/office/drawing/2014/main" id="{739A37C9-BBF8-F74F-BC79-9F91677517B4}"/>
                </a:ext>
              </a:extLst>
            </p:cNvPr>
            <p:cNvSpPr/>
            <p:nvPr/>
          </p:nvSpPr>
          <p:spPr>
            <a:xfrm>
              <a:off x="9047517" y="5266407"/>
              <a:ext cx="93294" cy="96531"/>
            </a:xfrm>
            <a:prstGeom prst="ellipse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400" dirty="0">
                  <a:solidFill>
                    <a:schemeClr val="tx1"/>
                  </a:solidFill>
                </a:rPr>
                <a:t>c</a:t>
              </a:r>
              <a:endParaRPr lang="ko-KR" altLang="en-US" sz="400" dirty="0">
                <a:solidFill>
                  <a:schemeClr val="tx1"/>
                </a:solidFill>
              </a:endParaRPr>
            </a:p>
          </p:txBody>
        </p:sp>
        <p:sp>
          <p:nvSpPr>
            <p:cNvPr id="105" name="타원 104">
              <a:extLst>
                <a:ext uri="{FF2B5EF4-FFF2-40B4-BE49-F238E27FC236}">
                  <a16:creationId xmlns:a16="http://schemas.microsoft.com/office/drawing/2014/main" id="{5BFB87B7-FDF6-A6FD-3FC5-095057E17782}"/>
                </a:ext>
              </a:extLst>
            </p:cNvPr>
            <p:cNvSpPr/>
            <p:nvPr/>
          </p:nvSpPr>
          <p:spPr>
            <a:xfrm>
              <a:off x="9525985" y="3708835"/>
              <a:ext cx="93294" cy="96531"/>
            </a:xfrm>
            <a:prstGeom prst="ellipse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400" dirty="0">
                  <a:solidFill>
                    <a:schemeClr val="tx1"/>
                  </a:solidFill>
                </a:rPr>
                <a:t>f</a:t>
              </a:r>
              <a:endParaRPr lang="ko-KR" altLang="en-US" sz="400" dirty="0">
                <a:solidFill>
                  <a:schemeClr val="tx1"/>
                </a:solidFill>
              </a:endParaRPr>
            </a:p>
          </p:txBody>
        </p:sp>
        <p:sp>
          <p:nvSpPr>
            <p:cNvPr id="106" name="타원 105">
              <a:extLst>
                <a:ext uri="{FF2B5EF4-FFF2-40B4-BE49-F238E27FC236}">
                  <a16:creationId xmlns:a16="http://schemas.microsoft.com/office/drawing/2014/main" id="{C624AF5E-066E-0558-539A-ECE2A23193BA}"/>
                </a:ext>
              </a:extLst>
            </p:cNvPr>
            <p:cNvSpPr/>
            <p:nvPr/>
          </p:nvSpPr>
          <p:spPr>
            <a:xfrm>
              <a:off x="9634583" y="3578154"/>
              <a:ext cx="93294" cy="96531"/>
            </a:xfrm>
            <a:prstGeom prst="ellipse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400" dirty="0">
                  <a:solidFill>
                    <a:schemeClr val="tx1"/>
                  </a:solidFill>
                </a:rPr>
                <a:t>g</a:t>
              </a:r>
              <a:endParaRPr lang="ko-KR" altLang="en-US" sz="400" dirty="0">
                <a:solidFill>
                  <a:schemeClr val="tx1"/>
                </a:solidFill>
              </a:endParaRPr>
            </a:p>
          </p:txBody>
        </p:sp>
        <p:sp>
          <p:nvSpPr>
            <p:cNvPr id="107" name="타원 106">
              <a:extLst>
                <a:ext uri="{FF2B5EF4-FFF2-40B4-BE49-F238E27FC236}">
                  <a16:creationId xmlns:a16="http://schemas.microsoft.com/office/drawing/2014/main" id="{3D9D7173-398A-CE2E-1D99-46B562D825E5}"/>
                </a:ext>
              </a:extLst>
            </p:cNvPr>
            <p:cNvSpPr/>
            <p:nvPr/>
          </p:nvSpPr>
          <p:spPr>
            <a:xfrm>
              <a:off x="8433995" y="2693734"/>
              <a:ext cx="93294" cy="96531"/>
            </a:xfrm>
            <a:prstGeom prst="ellipse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400" dirty="0">
                  <a:solidFill>
                    <a:schemeClr val="tx1"/>
                  </a:solidFill>
                </a:rPr>
                <a:t>i</a:t>
              </a:r>
              <a:endParaRPr lang="ko-KR" altLang="en-US" sz="400" dirty="0">
                <a:solidFill>
                  <a:schemeClr val="tx1"/>
                </a:solidFill>
              </a:endParaRPr>
            </a:p>
          </p:txBody>
        </p:sp>
        <p:sp>
          <p:nvSpPr>
            <p:cNvPr id="108" name="직각 삼각형 107">
              <a:extLst>
                <a:ext uri="{FF2B5EF4-FFF2-40B4-BE49-F238E27FC236}">
                  <a16:creationId xmlns:a16="http://schemas.microsoft.com/office/drawing/2014/main" id="{369EBC62-052D-E00D-BC77-C8697E290F9E}"/>
                </a:ext>
              </a:extLst>
            </p:cNvPr>
            <p:cNvSpPr/>
            <p:nvPr/>
          </p:nvSpPr>
          <p:spPr>
            <a:xfrm>
              <a:off x="9572212" y="2451686"/>
              <a:ext cx="637572" cy="574199"/>
            </a:xfrm>
            <a:prstGeom prst="rtTriangle">
              <a:avLst/>
            </a:prstGeom>
            <a:pattFill prst="wdUpDiag">
              <a:fgClr>
                <a:schemeClr val="accent2"/>
              </a:fgClr>
              <a:bgClr>
                <a:schemeClr val="bg2"/>
              </a:bgClr>
            </a:patt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400"/>
            </a:p>
          </p:txBody>
        </p:sp>
        <p:sp>
          <p:nvSpPr>
            <p:cNvPr id="109" name="직사각형 108">
              <a:extLst>
                <a:ext uri="{FF2B5EF4-FFF2-40B4-BE49-F238E27FC236}">
                  <a16:creationId xmlns:a16="http://schemas.microsoft.com/office/drawing/2014/main" id="{877882EC-B854-736B-2499-D67C09D1F309}"/>
                </a:ext>
              </a:extLst>
            </p:cNvPr>
            <p:cNvSpPr/>
            <p:nvPr/>
          </p:nvSpPr>
          <p:spPr>
            <a:xfrm rot="5400000">
              <a:off x="9781665" y="2815505"/>
              <a:ext cx="218848" cy="637390"/>
            </a:xfrm>
            <a:prstGeom prst="rect">
              <a:avLst/>
            </a:prstGeom>
            <a:pattFill prst="wdUpDiag">
              <a:fgClr>
                <a:schemeClr val="accent2"/>
              </a:fgClr>
              <a:bgClr>
                <a:schemeClr val="bg2"/>
              </a:bgClr>
            </a:patt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400"/>
            </a:p>
          </p:txBody>
        </p:sp>
        <p:sp>
          <p:nvSpPr>
            <p:cNvPr id="110" name="타원 109">
              <a:extLst>
                <a:ext uri="{FF2B5EF4-FFF2-40B4-BE49-F238E27FC236}">
                  <a16:creationId xmlns:a16="http://schemas.microsoft.com/office/drawing/2014/main" id="{0F628576-25C6-DD2F-1A0C-FB8A0492EBFD}"/>
                </a:ext>
              </a:extLst>
            </p:cNvPr>
            <p:cNvSpPr/>
            <p:nvPr/>
          </p:nvSpPr>
          <p:spPr>
            <a:xfrm>
              <a:off x="8175924" y="2813990"/>
              <a:ext cx="93294" cy="96531"/>
            </a:xfrm>
            <a:prstGeom prst="ellipse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400" dirty="0">
                  <a:solidFill>
                    <a:schemeClr val="tx1"/>
                  </a:solidFill>
                </a:rPr>
                <a:t>h</a:t>
              </a:r>
              <a:endParaRPr lang="ko-KR" altLang="en-US" sz="400" dirty="0">
                <a:solidFill>
                  <a:schemeClr val="tx1"/>
                </a:solidFill>
              </a:endParaRPr>
            </a:p>
          </p:txBody>
        </p:sp>
        <p:sp>
          <p:nvSpPr>
            <p:cNvPr id="111" name="타원 110">
              <a:extLst>
                <a:ext uri="{FF2B5EF4-FFF2-40B4-BE49-F238E27FC236}">
                  <a16:creationId xmlns:a16="http://schemas.microsoft.com/office/drawing/2014/main" id="{43DDA5B2-0D52-C32B-E1E0-65493D8619BB}"/>
                </a:ext>
              </a:extLst>
            </p:cNvPr>
            <p:cNvSpPr/>
            <p:nvPr/>
          </p:nvSpPr>
          <p:spPr>
            <a:xfrm>
              <a:off x="8269218" y="2554735"/>
              <a:ext cx="93294" cy="96531"/>
            </a:xfrm>
            <a:prstGeom prst="ellipse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400" dirty="0">
                  <a:solidFill>
                    <a:schemeClr val="tx1"/>
                  </a:solidFill>
                </a:rPr>
                <a:t>j</a:t>
              </a:r>
              <a:endParaRPr lang="ko-KR" altLang="en-US" sz="400" dirty="0">
                <a:solidFill>
                  <a:schemeClr val="tx1"/>
                </a:solidFill>
              </a:endParaRPr>
            </a:p>
          </p:txBody>
        </p:sp>
        <p:sp>
          <p:nvSpPr>
            <p:cNvPr id="112" name="타원 111">
              <a:extLst>
                <a:ext uri="{FF2B5EF4-FFF2-40B4-BE49-F238E27FC236}">
                  <a16:creationId xmlns:a16="http://schemas.microsoft.com/office/drawing/2014/main" id="{E56B19EE-B8F1-6E4F-4F23-CA60D783C784}"/>
                </a:ext>
              </a:extLst>
            </p:cNvPr>
            <p:cNvSpPr/>
            <p:nvPr/>
          </p:nvSpPr>
          <p:spPr>
            <a:xfrm>
              <a:off x="8892259" y="2866192"/>
              <a:ext cx="93294" cy="96531"/>
            </a:xfrm>
            <a:prstGeom prst="ellipse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400" dirty="0">
                  <a:solidFill>
                    <a:schemeClr val="tx1"/>
                  </a:solidFill>
                </a:rPr>
                <a:t>l</a:t>
              </a:r>
              <a:endParaRPr lang="ko-KR" altLang="en-US" sz="400" dirty="0">
                <a:solidFill>
                  <a:schemeClr val="tx1"/>
                </a:solidFill>
              </a:endParaRPr>
            </a:p>
          </p:txBody>
        </p:sp>
        <p:sp>
          <p:nvSpPr>
            <p:cNvPr id="113" name="타원 112">
              <a:extLst>
                <a:ext uri="{FF2B5EF4-FFF2-40B4-BE49-F238E27FC236}">
                  <a16:creationId xmlns:a16="http://schemas.microsoft.com/office/drawing/2014/main" id="{B5487FEB-D5CA-C7D0-9DD0-EFDE8E538510}"/>
                </a:ext>
              </a:extLst>
            </p:cNvPr>
            <p:cNvSpPr/>
            <p:nvPr/>
          </p:nvSpPr>
          <p:spPr>
            <a:xfrm>
              <a:off x="8784420" y="2554734"/>
              <a:ext cx="93294" cy="96531"/>
            </a:xfrm>
            <a:prstGeom prst="ellipse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400" dirty="0">
                  <a:solidFill>
                    <a:schemeClr val="tx1"/>
                  </a:solidFill>
                </a:rPr>
                <a:t>k</a:t>
              </a:r>
              <a:endParaRPr lang="ko-KR" altLang="en-US" sz="400" dirty="0">
                <a:solidFill>
                  <a:schemeClr val="tx1"/>
                </a:solidFill>
              </a:endParaRPr>
            </a:p>
          </p:txBody>
        </p:sp>
        <p:sp>
          <p:nvSpPr>
            <p:cNvPr id="114" name="타원 113">
              <a:extLst>
                <a:ext uri="{FF2B5EF4-FFF2-40B4-BE49-F238E27FC236}">
                  <a16:creationId xmlns:a16="http://schemas.microsoft.com/office/drawing/2014/main" id="{C2BE22F6-AC8F-A568-513C-6FBF1B9DC0A2}"/>
                </a:ext>
              </a:extLst>
            </p:cNvPr>
            <p:cNvSpPr/>
            <p:nvPr/>
          </p:nvSpPr>
          <p:spPr>
            <a:xfrm>
              <a:off x="9171983" y="2503658"/>
              <a:ext cx="93294" cy="96531"/>
            </a:xfrm>
            <a:prstGeom prst="ellipse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400" dirty="0">
                  <a:solidFill>
                    <a:schemeClr val="tx1"/>
                  </a:solidFill>
                </a:rPr>
                <a:t>n</a:t>
              </a:r>
              <a:endParaRPr lang="ko-KR" altLang="en-US" sz="400" dirty="0">
                <a:solidFill>
                  <a:schemeClr val="tx1"/>
                </a:solidFill>
              </a:endParaRPr>
            </a:p>
          </p:txBody>
        </p:sp>
        <p:sp>
          <p:nvSpPr>
            <p:cNvPr id="115" name="타원 114">
              <a:extLst>
                <a:ext uri="{FF2B5EF4-FFF2-40B4-BE49-F238E27FC236}">
                  <a16:creationId xmlns:a16="http://schemas.microsoft.com/office/drawing/2014/main" id="{6C4B9DCB-B796-DB8E-5482-B9E655DD60D6}"/>
                </a:ext>
              </a:extLst>
            </p:cNvPr>
            <p:cNvSpPr/>
            <p:nvPr/>
          </p:nvSpPr>
          <p:spPr>
            <a:xfrm>
              <a:off x="9213090" y="2728220"/>
              <a:ext cx="93294" cy="96531"/>
            </a:xfrm>
            <a:prstGeom prst="ellipse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400" dirty="0">
                  <a:solidFill>
                    <a:schemeClr val="tx1"/>
                  </a:solidFill>
                </a:rPr>
                <a:t>m</a:t>
              </a:r>
              <a:endParaRPr lang="ko-KR" altLang="en-US" sz="400" dirty="0">
                <a:solidFill>
                  <a:schemeClr val="tx1"/>
                </a:solidFill>
              </a:endParaRPr>
            </a:p>
          </p:txBody>
        </p:sp>
        <p:sp>
          <p:nvSpPr>
            <p:cNvPr id="116" name="타원 115">
              <a:extLst>
                <a:ext uri="{FF2B5EF4-FFF2-40B4-BE49-F238E27FC236}">
                  <a16:creationId xmlns:a16="http://schemas.microsoft.com/office/drawing/2014/main" id="{C298144A-FD39-1C54-B2C2-7289C089DFAB}"/>
                </a:ext>
              </a:extLst>
            </p:cNvPr>
            <p:cNvSpPr/>
            <p:nvPr/>
          </p:nvSpPr>
          <p:spPr>
            <a:xfrm>
              <a:off x="7930454" y="2153423"/>
              <a:ext cx="93294" cy="96531"/>
            </a:xfrm>
            <a:prstGeom prst="ellipse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400" dirty="0">
                  <a:solidFill>
                    <a:schemeClr val="tx1"/>
                  </a:solidFill>
                </a:rPr>
                <a:t>p</a:t>
              </a:r>
              <a:endParaRPr lang="ko-KR" altLang="en-US" sz="400" dirty="0">
                <a:solidFill>
                  <a:schemeClr val="tx1"/>
                </a:solidFill>
              </a:endParaRPr>
            </a:p>
          </p:txBody>
        </p:sp>
        <p:sp>
          <p:nvSpPr>
            <p:cNvPr id="117" name="타원 116">
              <a:extLst>
                <a:ext uri="{FF2B5EF4-FFF2-40B4-BE49-F238E27FC236}">
                  <a16:creationId xmlns:a16="http://schemas.microsoft.com/office/drawing/2014/main" id="{38A55A06-4355-E9B5-7029-BE5060514BBE}"/>
                </a:ext>
              </a:extLst>
            </p:cNvPr>
            <p:cNvSpPr/>
            <p:nvPr/>
          </p:nvSpPr>
          <p:spPr>
            <a:xfrm>
              <a:off x="6454706" y="2141452"/>
              <a:ext cx="93294" cy="96531"/>
            </a:xfrm>
            <a:prstGeom prst="ellipse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400" dirty="0">
                  <a:solidFill>
                    <a:schemeClr val="tx1"/>
                  </a:solidFill>
                </a:rPr>
                <a:t>q</a:t>
              </a:r>
              <a:endParaRPr lang="ko-KR" altLang="en-US" sz="400" dirty="0">
                <a:solidFill>
                  <a:schemeClr val="tx1"/>
                </a:solidFill>
              </a:endParaRPr>
            </a:p>
          </p:txBody>
        </p:sp>
        <p:sp>
          <p:nvSpPr>
            <p:cNvPr id="118" name="타원 117">
              <a:extLst>
                <a:ext uri="{FF2B5EF4-FFF2-40B4-BE49-F238E27FC236}">
                  <a16:creationId xmlns:a16="http://schemas.microsoft.com/office/drawing/2014/main" id="{40770ED2-CE60-2BC3-43CB-21C5EF399289}"/>
                </a:ext>
              </a:extLst>
            </p:cNvPr>
            <p:cNvSpPr/>
            <p:nvPr/>
          </p:nvSpPr>
          <p:spPr>
            <a:xfrm>
              <a:off x="8175924" y="2091399"/>
              <a:ext cx="93294" cy="96531"/>
            </a:xfrm>
            <a:prstGeom prst="ellipse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400" dirty="0">
                  <a:solidFill>
                    <a:schemeClr val="tx1"/>
                  </a:solidFill>
                </a:rPr>
                <a:t>o</a:t>
              </a:r>
              <a:endParaRPr lang="ko-KR" altLang="en-US" sz="400" dirty="0">
                <a:solidFill>
                  <a:schemeClr val="tx1"/>
                </a:solidFill>
              </a:endParaRPr>
            </a:p>
          </p:txBody>
        </p:sp>
        <p:sp>
          <p:nvSpPr>
            <p:cNvPr id="119" name="TextBox 118">
              <a:extLst>
                <a:ext uri="{FF2B5EF4-FFF2-40B4-BE49-F238E27FC236}">
                  <a16:creationId xmlns:a16="http://schemas.microsoft.com/office/drawing/2014/main" id="{63661BA0-C35F-C1D0-C132-B7A0F3F1F95B}"/>
                </a:ext>
              </a:extLst>
            </p:cNvPr>
            <p:cNvSpPr txBox="1"/>
            <p:nvPr/>
          </p:nvSpPr>
          <p:spPr>
            <a:xfrm>
              <a:off x="2873951" y="4717535"/>
              <a:ext cx="8432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b="1" dirty="0">
                  <a:solidFill>
                    <a:srgbClr val="FF0000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X</a:t>
              </a:r>
              <a:endParaRPr lang="ko-KR" altLang="en-US" b="1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20" name="TextBox 119">
              <a:extLst>
                <a:ext uri="{FF2B5EF4-FFF2-40B4-BE49-F238E27FC236}">
                  <a16:creationId xmlns:a16="http://schemas.microsoft.com/office/drawing/2014/main" id="{44A35C0B-0D75-5D0D-F0EE-3E2B5D0B004A}"/>
                </a:ext>
              </a:extLst>
            </p:cNvPr>
            <p:cNvSpPr txBox="1"/>
            <p:nvPr/>
          </p:nvSpPr>
          <p:spPr>
            <a:xfrm>
              <a:off x="4012981" y="4779907"/>
              <a:ext cx="8432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b="1" dirty="0">
                  <a:solidFill>
                    <a:srgbClr val="FF0000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X</a:t>
              </a:r>
              <a:endParaRPr lang="ko-KR" altLang="en-US" b="1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21" name="TextBox 120">
              <a:extLst>
                <a:ext uri="{FF2B5EF4-FFF2-40B4-BE49-F238E27FC236}">
                  <a16:creationId xmlns:a16="http://schemas.microsoft.com/office/drawing/2014/main" id="{9CF55B97-3F05-E268-2DC4-5D8CAADF13A8}"/>
                </a:ext>
              </a:extLst>
            </p:cNvPr>
            <p:cNvSpPr txBox="1"/>
            <p:nvPr/>
          </p:nvSpPr>
          <p:spPr>
            <a:xfrm>
              <a:off x="9251393" y="4652678"/>
              <a:ext cx="8432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b="1" dirty="0">
                  <a:solidFill>
                    <a:srgbClr val="FF0000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X</a:t>
              </a:r>
              <a:endParaRPr lang="ko-KR" altLang="en-US" b="1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22" name="TextBox 121">
              <a:extLst>
                <a:ext uri="{FF2B5EF4-FFF2-40B4-BE49-F238E27FC236}">
                  <a16:creationId xmlns:a16="http://schemas.microsoft.com/office/drawing/2014/main" id="{6C7E74A7-ED95-B6A9-2B27-54D8AA0FE840}"/>
                </a:ext>
              </a:extLst>
            </p:cNvPr>
            <p:cNvSpPr txBox="1"/>
            <p:nvPr/>
          </p:nvSpPr>
          <p:spPr>
            <a:xfrm>
              <a:off x="676310" y="343026"/>
              <a:ext cx="8251400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endParaRPr lang="ko-KR" altLang="en-US" sz="4800" b="1" dirty="0"/>
            </a:p>
          </p:txBody>
        </p:sp>
        <p:sp>
          <p:nvSpPr>
            <p:cNvPr id="124" name="타원 123">
              <a:extLst>
                <a:ext uri="{FF2B5EF4-FFF2-40B4-BE49-F238E27FC236}">
                  <a16:creationId xmlns:a16="http://schemas.microsoft.com/office/drawing/2014/main" id="{97E10B8F-D5E5-DAEA-5FA3-64F092E16226}"/>
                </a:ext>
              </a:extLst>
            </p:cNvPr>
            <p:cNvSpPr/>
            <p:nvPr/>
          </p:nvSpPr>
          <p:spPr>
            <a:xfrm>
              <a:off x="2660160" y="4891840"/>
              <a:ext cx="93294" cy="96531"/>
            </a:xfrm>
            <a:prstGeom prst="ellipse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400" dirty="0">
                  <a:solidFill>
                    <a:schemeClr val="tx1"/>
                  </a:solidFill>
                </a:rPr>
                <a:t>1</a:t>
              </a:r>
              <a:endParaRPr lang="ko-KR" altLang="en-US" sz="400" dirty="0">
                <a:solidFill>
                  <a:schemeClr val="tx1"/>
                </a:solidFill>
              </a:endParaRPr>
            </a:p>
          </p:txBody>
        </p:sp>
        <p:sp>
          <p:nvSpPr>
            <p:cNvPr id="125" name="타원 124">
              <a:extLst>
                <a:ext uri="{FF2B5EF4-FFF2-40B4-BE49-F238E27FC236}">
                  <a16:creationId xmlns:a16="http://schemas.microsoft.com/office/drawing/2014/main" id="{C14B4861-0535-0EAF-2456-FA1453941A56}"/>
                </a:ext>
              </a:extLst>
            </p:cNvPr>
            <p:cNvSpPr/>
            <p:nvPr/>
          </p:nvSpPr>
          <p:spPr>
            <a:xfrm>
              <a:off x="4215910" y="4599740"/>
              <a:ext cx="93294" cy="96531"/>
            </a:xfrm>
            <a:prstGeom prst="ellipse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400" dirty="0">
                  <a:solidFill>
                    <a:schemeClr val="tx1"/>
                  </a:solidFill>
                </a:rPr>
                <a:t>2</a:t>
              </a:r>
              <a:endParaRPr lang="ko-KR" altLang="en-US" sz="400" dirty="0">
                <a:solidFill>
                  <a:schemeClr val="tx1"/>
                </a:solidFill>
              </a:endParaRPr>
            </a:p>
          </p:txBody>
        </p:sp>
        <p:sp>
          <p:nvSpPr>
            <p:cNvPr id="126" name="타원 125">
              <a:extLst>
                <a:ext uri="{FF2B5EF4-FFF2-40B4-BE49-F238E27FC236}">
                  <a16:creationId xmlns:a16="http://schemas.microsoft.com/office/drawing/2014/main" id="{15E50E3A-80D3-570E-64D1-043AC2DC2DDE}"/>
                </a:ext>
              </a:extLst>
            </p:cNvPr>
            <p:cNvSpPr/>
            <p:nvPr/>
          </p:nvSpPr>
          <p:spPr>
            <a:xfrm>
              <a:off x="9454660" y="4555290"/>
              <a:ext cx="93294" cy="96531"/>
            </a:xfrm>
            <a:prstGeom prst="ellipse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400" dirty="0">
                  <a:solidFill>
                    <a:schemeClr val="tx1"/>
                  </a:solidFill>
                </a:rPr>
                <a:t>3</a:t>
              </a:r>
              <a:endParaRPr lang="ko-KR" altLang="en-US" sz="400" dirty="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1989055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408</TotalTime>
  <Words>111</Words>
  <Application>Microsoft Office PowerPoint</Application>
  <PresentationFormat>와이드스크린</PresentationFormat>
  <Paragraphs>110</Paragraphs>
  <Slides>2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</vt:i4>
      </vt:variant>
    </vt:vector>
  </HeadingPairs>
  <TitlesOfParts>
    <vt:vector size="7" baseType="lpstr">
      <vt:lpstr>맑은 고딕</vt:lpstr>
      <vt:lpstr>Aptos</vt:lpstr>
      <vt:lpstr>Arial</vt:lpstr>
      <vt:lpstr>Calibri</vt:lpstr>
      <vt:lpstr>Office 테마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장명운(2020180033)</dc:creator>
  <cp:lastModifiedBy>장명운(2020180033)</cp:lastModifiedBy>
  <cp:revision>18</cp:revision>
  <dcterms:created xsi:type="dcterms:W3CDTF">2025-01-06T03:16:17Z</dcterms:created>
  <dcterms:modified xsi:type="dcterms:W3CDTF">2025-01-10T14:48:21Z</dcterms:modified>
</cp:coreProperties>
</file>